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638" y="21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0C99CE-DAD2-4BD9-AEB5-D5BE474ACA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DBCDEB-6646-4EA3-ABDA-1DC89D60E9C3}">
      <dgm:prSet/>
      <dgm:spPr/>
      <dgm:t>
        <a:bodyPr/>
        <a:lstStyle/>
        <a:p>
          <a:r>
            <a:rPr lang="en-US" b="0" i="0"/>
            <a:t>By Devon Van Tussenbrook</a:t>
          </a:r>
          <a:endParaRPr lang="en-US"/>
        </a:p>
      </dgm:t>
    </dgm:pt>
    <dgm:pt modelId="{8721286A-ECCC-4647-9475-99D18A462721}" type="parTrans" cxnId="{A05B838A-5EFA-4A97-AA7D-1360B1995207}">
      <dgm:prSet/>
      <dgm:spPr/>
      <dgm:t>
        <a:bodyPr/>
        <a:lstStyle/>
        <a:p>
          <a:endParaRPr lang="en-US"/>
        </a:p>
      </dgm:t>
    </dgm:pt>
    <dgm:pt modelId="{22884131-965E-42DD-A1C6-370572D3DB96}" type="sibTrans" cxnId="{A05B838A-5EFA-4A97-AA7D-1360B1995207}">
      <dgm:prSet/>
      <dgm:spPr/>
      <dgm:t>
        <a:bodyPr/>
        <a:lstStyle/>
        <a:p>
          <a:endParaRPr lang="en-US"/>
        </a:p>
      </dgm:t>
    </dgm:pt>
    <dgm:pt modelId="{E48E6722-B9A2-497E-8E08-E8A42D5070F3}">
      <dgm:prSet/>
      <dgm:spPr/>
      <dgm:t>
        <a:bodyPr/>
        <a:lstStyle/>
        <a:p>
          <a:r>
            <a:rPr lang="en-US" b="0" i="0"/>
            <a:t>CS 5580 – Data Science</a:t>
          </a:r>
          <a:endParaRPr lang="en-US"/>
        </a:p>
      </dgm:t>
    </dgm:pt>
    <dgm:pt modelId="{0C016623-8BB1-42D7-8A23-55B5878434B5}" type="parTrans" cxnId="{417570B7-5C66-47AE-9EE6-B79532FEFC10}">
      <dgm:prSet/>
      <dgm:spPr/>
      <dgm:t>
        <a:bodyPr/>
        <a:lstStyle/>
        <a:p>
          <a:endParaRPr lang="en-US"/>
        </a:p>
      </dgm:t>
    </dgm:pt>
    <dgm:pt modelId="{27BCE8C5-4F39-4CEC-8523-9B72ACA223F8}" type="sibTrans" cxnId="{417570B7-5C66-47AE-9EE6-B79532FEFC10}">
      <dgm:prSet/>
      <dgm:spPr/>
      <dgm:t>
        <a:bodyPr/>
        <a:lstStyle/>
        <a:p>
          <a:endParaRPr lang="en-US"/>
        </a:p>
      </dgm:t>
    </dgm:pt>
    <dgm:pt modelId="{79CF4EF7-0961-40B0-9AC4-692808576F0A}">
      <dgm:prSet/>
      <dgm:spPr/>
      <dgm:t>
        <a:bodyPr/>
        <a:lstStyle/>
        <a:p>
          <a:r>
            <a:rPr lang="en-US" b="0" i="0" dirty="0"/>
            <a:t>Instructor: [Dr. Robert Ball]</a:t>
          </a:r>
          <a:endParaRPr lang="en-US" dirty="0"/>
        </a:p>
      </dgm:t>
    </dgm:pt>
    <dgm:pt modelId="{89595D5B-649B-4B27-97F8-69DF374D61FC}" type="parTrans" cxnId="{50C3EEDD-C5D8-4607-9979-FFB77B0B0E5C}">
      <dgm:prSet/>
      <dgm:spPr/>
      <dgm:t>
        <a:bodyPr/>
        <a:lstStyle/>
        <a:p>
          <a:endParaRPr lang="en-US"/>
        </a:p>
      </dgm:t>
    </dgm:pt>
    <dgm:pt modelId="{E9CE4D20-3B48-4013-BE84-CAA3FB852B5D}" type="sibTrans" cxnId="{50C3EEDD-C5D8-4607-9979-FFB77B0B0E5C}">
      <dgm:prSet/>
      <dgm:spPr/>
      <dgm:t>
        <a:bodyPr/>
        <a:lstStyle/>
        <a:p>
          <a:endParaRPr lang="en-US"/>
        </a:p>
      </dgm:t>
    </dgm:pt>
    <dgm:pt modelId="{24F995FD-96BC-4CBD-A4A2-CEB105973A49}">
      <dgm:prSet/>
      <dgm:spPr/>
      <dgm:t>
        <a:bodyPr/>
        <a:lstStyle/>
        <a:p>
          <a:r>
            <a:rPr lang="en-US" b="0" i="0" dirty="0"/>
            <a:t>Date: [11/2/2025]</a:t>
          </a:r>
          <a:endParaRPr lang="en-US" dirty="0"/>
        </a:p>
      </dgm:t>
    </dgm:pt>
    <dgm:pt modelId="{1E6A9ADF-969F-4A7C-AD50-24768780B15C}" type="parTrans" cxnId="{896B02C0-446C-41FE-95E7-45588539B13E}">
      <dgm:prSet/>
      <dgm:spPr/>
      <dgm:t>
        <a:bodyPr/>
        <a:lstStyle/>
        <a:p>
          <a:endParaRPr lang="en-US"/>
        </a:p>
      </dgm:t>
    </dgm:pt>
    <dgm:pt modelId="{34B1E7E2-83B0-4F48-91F8-278218AFEF34}" type="sibTrans" cxnId="{896B02C0-446C-41FE-95E7-45588539B13E}">
      <dgm:prSet/>
      <dgm:spPr/>
      <dgm:t>
        <a:bodyPr/>
        <a:lstStyle/>
        <a:p>
          <a:endParaRPr lang="en-US"/>
        </a:p>
      </dgm:t>
    </dgm:pt>
    <dgm:pt modelId="{B2BF82FC-0166-4D05-A369-584EDA5C151D}" type="pres">
      <dgm:prSet presAssocID="{120C99CE-DAD2-4BD9-AEB5-D5BE474ACAF2}" presName="root" presStyleCnt="0">
        <dgm:presLayoutVars>
          <dgm:dir/>
          <dgm:resizeHandles val="exact"/>
        </dgm:presLayoutVars>
      </dgm:prSet>
      <dgm:spPr/>
    </dgm:pt>
    <dgm:pt modelId="{C902728C-FE44-45D0-BF1D-C73E279FA2B5}" type="pres">
      <dgm:prSet presAssocID="{24DBCDEB-6646-4EA3-ABDA-1DC89D60E9C3}" presName="compNode" presStyleCnt="0"/>
      <dgm:spPr/>
    </dgm:pt>
    <dgm:pt modelId="{078C76A9-3E39-4164-A4A0-F8E695A5FA19}" type="pres">
      <dgm:prSet presAssocID="{24DBCDEB-6646-4EA3-ABDA-1DC89D60E9C3}" presName="bgRect" presStyleLbl="bgShp" presStyleIdx="0" presStyleCnt="4"/>
      <dgm:spPr/>
    </dgm:pt>
    <dgm:pt modelId="{43759B5F-190B-4547-9973-3B0A3D2BB509}" type="pres">
      <dgm:prSet presAssocID="{24DBCDEB-6646-4EA3-ABDA-1DC89D60E9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n"/>
        </a:ext>
      </dgm:extLst>
    </dgm:pt>
    <dgm:pt modelId="{4FDD4CF7-EC39-4C8F-B779-BD229C4C24AC}" type="pres">
      <dgm:prSet presAssocID="{24DBCDEB-6646-4EA3-ABDA-1DC89D60E9C3}" presName="spaceRect" presStyleCnt="0"/>
      <dgm:spPr/>
    </dgm:pt>
    <dgm:pt modelId="{5E5285A1-B97A-4BDC-863F-2A3808BCC2E7}" type="pres">
      <dgm:prSet presAssocID="{24DBCDEB-6646-4EA3-ABDA-1DC89D60E9C3}" presName="parTx" presStyleLbl="revTx" presStyleIdx="0" presStyleCnt="4">
        <dgm:presLayoutVars>
          <dgm:chMax val="0"/>
          <dgm:chPref val="0"/>
        </dgm:presLayoutVars>
      </dgm:prSet>
      <dgm:spPr/>
    </dgm:pt>
    <dgm:pt modelId="{6F74CC52-B3B0-4AE3-8EA5-6F88821564A3}" type="pres">
      <dgm:prSet presAssocID="{22884131-965E-42DD-A1C6-370572D3DB96}" presName="sibTrans" presStyleCnt="0"/>
      <dgm:spPr/>
    </dgm:pt>
    <dgm:pt modelId="{973AA8ED-CF05-4E76-A716-37F778EE7532}" type="pres">
      <dgm:prSet presAssocID="{E48E6722-B9A2-497E-8E08-E8A42D5070F3}" presName="compNode" presStyleCnt="0"/>
      <dgm:spPr/>
    </dgm:pt>
    <dgm:pt modelId="{607DB41C-7FB6-4C83-B658-A4176B7875C3}" type="pres">
      <dgm:prSet presAssocID="{E48E6722-B9A2-497E-8E08-E8A42D5070F3}" presName="bgRect" presStyleLbl="bgShp" presStyleIdx="1" presStyleCnt="4"/>
      <dgm:spPr/>
    </dgm:pt>
    <dgm:pt modelId="{C7C5ECB2-9CCC-4FB6-B295-DE43F3499212}" type="pres">
      <dgm:prSet presAssocID="{E48E6722-B9A2-497E-8E08-E8A42D5070F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A039B5E-70BE-43FC-BD60-C7E24D4635CA}" type="pres">
      <dgm:prSet presAssocID="{E48E6722-B9A2-497E-8E08-E8A42D5070F3}" presName="spaceRect" presStyleCnt="0"/>
      <dgm:spPr/>
    </dgm:pt>
    <dgm:pt modelId="{D7EAD008-C98E-4D3D-AB92-D1919BC70123}" type="pres">
      <dgm:prSet presAssocID="{E48E6722-B9A2-497E-8E08-E8A42D5070F3}" presName="parTx" presStyleLbl="revTx" presStyleIdx="1" presStyleCnt="4">
        <dgm:presLayoutVars>
          <dgm:chMax val="0"/>
          <dgm:chPref val="0"/>
        </dgm:presLayoutVars>
      </dgm:prSet>
      <dgm:spPr/>
    </dgm:pt>
    <dgm:pt modelId="{2C5068B9-B4F5-4EA9-BC7D-EC6D3AC9057D}" type="pres">
      <dgm:prSet presAssocID="{27BCE8C5-4F39-4CEC-8523-9B72ACA223F8}" presName="sibTrans" presStyleCnt="0"/>
      <dgm:spPr/>
    </dgm:pt>
    <dgm:pt modelId="{7944E230-4DBE-4802-A424-80A94E9B35D3}" type="pres">
      <dgm:prSet presAssocID="{79CF4EF7-0961-40B0-9AC4-692808576F0A}" presName="compNode" presStyleCnt="0"/>
      <dgm:spPr/>
    </dgm:pt>
    <dgm:pt modelId="{0350BD29-7209-4EE6-BEAB-C62434159D3F}" type="pres">
      <dgm:prSet presAssocID="{79CF4EF7-0961-40B0-9AC4-692808576F0A}" presName="bgRect" presStyleLbl="bgShp" presStyleIdx="2" presStyleCnt="4"/>
      <dgm:spPr/>
    </dgm:pt>
    <dgm:pt modelId="{0134EC49-E0C8-43D4-9573-44FD8DFCF09E}" type="pres">
      <dgm:prSet presAssocID="{79CF4EF7-0961-40B0-9AC4-692808576F0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5227C17E-152D-44D7-A51B-338DCAC654CF}" type="pres">
      <dgm:prSet presAssocID="{79CF4EF7-0961-40B0-9AC4-692808576F0A}" presName="spaceRect" presStyleCnt="0"/>
      <dgm:spPr/>
    </dgm:pt>
    <dgm:pt modelId="{76A7E8D7-A685-4284-80C0-D674FCE64865}" type="pres">
      <dgm:prSet presAssocID="{79CF4EF7-0961-40B0-9AC4-692808576F0A}" presName="parTx" presStyleLbl="revTx" presStyleIdx="2" presStyleCnt="4">
        <dgm:presLayoutVars>
          <dgm:chMax val="0"/>
          <dgm:chPref val="0"/>
        </dgm:presLayoutVars>
      </dgm:prSet>
      <dgm:spPr/>
    </dgm:pt>
    <dgm:pt modelId="{B95B9A6D-05D7-4F7E-9ED3-1560881D93A6}" type="pres">
      <dgm:prSet presAssocID="{E9CE4D20-3B48-4013-BE84-CAA3FB852B5D}" presName="sibTrans" presStyleCnt="0"/>
      <dgm:spPr/>
    </dgm:pt>
    <dgm:pt modelId="{37CBC704-BCCF-43BF-BE2F-FC373B65DB22}" type="pres">
      <dgm:prSet presAssocID="{24F995FD-96BC-4CBD-A4A2-CEB105973A49}" presName="compNode" presStyleCnt="0"/>
      <dgm:spPr/>
    </dgm:pt>
    <dgm:pt modelId="{119E15F9-17DE-42BF-ACF3-C9390FB46338}" type="pres">
      <dgm:prSet presAssocID="{24F995FD-96BC-4CBD-A4A2-CEB105973A49}" presName="bgRect" presStyleLbl="bgShp" presStyleIdx="3" presStyleCnt="4"/>
      <dgm:spPr/>
    </dgm:pt>
    <dgm:pt modelId="{47C38148-4328-4161-A8A4-28F80115CAE1}" type="pres">
      <dgm:prSet presAssocID="{24F995FD-96BC-4CBD-A4A2-CEB105973A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7426A493-FD06-4A59-B221-E29FBD114052}" type="pres">
      <dgm:prSet presAssocID="{24F995FD-96BC-4CBD-A4A2-CEB105973A49}" presName="spaceRect" presStyleCnt="0"/>
      <dgm:spPr/>
    </dgm:pt>
    <dgm:pt modelId="{A2205D7D-653D-4F14-B3A6-DFFA1A2C401E}" type="pres">
      <dgm:prSet presAssocID="{24F995FD-96BC-4CBD-A4A2-CEB105973A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E2A2B26-A4C7-4F58-BA96-6676F1040ED8}" type="presOf" srcId="{24F995FD-96BC-4CBD-A4A2-CEB105973A49}" destId="{A2205D7D-653D-4F14-B3A6-DFFA1A2C401E}" srcOrd="0" destOrd="0" presId="urn:microsoft.com/office/officeart/2018/2/layout/IconVerticalSolidList"/>
    <dgm:cxn modelId="{2E5B3135-151A-4D92-949B-EA97A11EE056}" type="presOf" srcId="{120C99CE-DAD2-4BD9-AEB5-D5BE474ACAF2}" destId="{B2BF82FC-0166-4D05-A369-584EDA5C151D}" srcOrd="0" destOrd="0" presId="urn:microsoft.com/office/officeart/2018/2/layout/IconVerticalSolidList"/>
    <dgm:cxn modelId="{25AF246B-2CE8-4EF2-9BAB-67C997EF6028}" type="presOf" srcId="{79CF4EF7-0961-40B0-9AC4-692808576F0A}" destId="{76A7E8D7-A685-4284-80C0-D674FCE64865}" srcOrd="0" destOrd="0" presId="urn:microsoft.com/office/officeart/2018/2/layout/IconVerticalSolidList"/>
    <dgm:cxn modelId="{4EDE5558-E8FD-4A6E-B2DA-14793E74CA53}" type="presOf" srcId="{E48E6722-B9A2-497E-8E08-E8A42D5070F3}" destId="{D7EAD008-C98E-4D3D-AB92-D1919BC70123}" srcOrd="0" destOrd="0" presId="urn:microsoft.com/office/officeart/2018/2/layout/IconVerticalSolidList"/>
    <dgm:cxn modelId="{A05B838A-5EFA-4A97-AA7D-1360B1995207}" srcId="{120C99CE-DAD2-4BD9-AEB5-D5BE474ACAF2}" destId="{24DBCDEB-6646-4EA3-ABDA-1DC89D60E9C3}" srcOrd="0" destOrd="0" parTransId="{8721286A-ECCC-4647-9475-99D18A462721}" sibTransId="{22884131-965E-42DD-A1C6-370572D3DB96}"/>
    <dgm:cxn modelId="{417570B7-5C66-47AE-9EE6-B79532FEFC10}" srcId="{120C99CE-DAD2-4BD9-AEB5-D5BE474ACAF2}" destId="{E48E6722-B9A2-497E-8E08-E8A42D5070F3}" srcOrd="1" destOrd="0" parTransId="{0C016623-8BB1-42D7-8A23-55B5878434B5}" sibTransId="{27BCE8C5-4F39-4CEC-8523-9B72ACA223F8}"/>
    <dgm:cxn modelId="{896B02C0-446C-41FE-95E7-45588539B13E}" srcId="{120C99CE-DAD2-4BD9-AEB5-D5BE474ACAF2}" destId="{24F995FD-96BC-4CBD-A4A2-CEB105973A49}" srcOrd="3" destOrd="0" parTransId="{1E6A9ADF-969F-4A7C-AD50-24768780B15C}" sibTransId="{34B1E7E2-83B0-4F48-91F8-278218AFEF34}"/>
    <dgm:cxn modelId="{50C3EEDD-C5D8-4607-9979-FFB77B0B0E5C}" srcId="{120C99CE-DAD2-4BD9-AEB5-D5BE474ACAF2}" destId="{79CF4EF7-0961-40B0-9AC4-692808576F0A}" srcOrd="2" destOrd="0" parTransId="{89595D5B-649B-4B27-97F8-69DF374D61FC}" sibTransId="{E9CE4D20-3B48-4013-BE84-CAA3FB852B5D}"/>
    <dgm:cxn modelId="{73D2A7F5-0603-4AA2-8F3C-EE541A605255}" type="presOf" srcId="{24DBCDEB-6646-4EA3-ABDA-1DC89D60E9C3}" destId="{5E5285A1-B97A-4BDC-863F-2A3808BCC2E7}" srcOrd="0" destOrd="0" presId="urn:microsoft.com/office/officeart/2018/2/layout/IconVerticalSolidList"/>
    <dgm:cxn modelId="{CD46A5A0-537D-4C9C-A80F-3A36E6A141E6}" type="presParOf" srcId="{B2BF82FC-0166-4D05-A369-584EDA5C151D}" destId="{C902728C-FE44-45D0-BF1D-C73E279FA2B5}" srcOrd="0" destOrd="0" presId="urn:microsoft.com/office/officeart/2018/2/layout/IconVerticalSolidList"/>
    <dgm:cxn modelId="{1ADA0C4F-2980-4752-A4FA-06592E30CFC9}" type="presParOf" srcId="{C902728C-FE44-45D0-BF1D-C73E279FA2B5}" destId="{078C76A9-3E39-4164-A4A0-F8E695A5FA19}" srcOrd="0" destOrd="0" presId="urn:microsoft.com/office/officeart/2018/2/layout/IconVerticalSolidList"/>
    <dgm:cxn modelId="{DC3F28A7-FEF5-4E94-9D67-FA02FBC08045}" type="presParOf" srcId="{C902728C-FE44-45D0-BF1D-C73E279FA2B5}" destId="{43759B5F-190B-4547-9973-3B0A3D2BB509}" srcOrd="1" destOrd="0" presId="urn:microsoft.com/office/officeart/2018/2/layout/IconVerticalSolidList"/>
    <dgm:cxn modelId="{264EAB3D-4B3E-43C7-BAC4-1E563C5A5FD0}" type="presParOf" srcId="{C902728C-FE44-45D0-BF1D-C73E279FA2B5}" destId="{4FDD4CF7-EC39-4C8F-B779-BD229C4C24AC}" srcOrd="2" destOrd="0" presId="urn:microsoft.com/office/officeart/2018/2/layout/IconVerticalSolidList"/>
    <dgm:cxn modelId="{1B2036C8-372C-4B0A-B5CB-5213CA73B87C}" type="presParOf" srcId="{C902728C-FE44-45D0-BF1D-C73E279FA2B5}" destId="{5E5285A1-B97A-4BDC-863F-2A3808BCC2E7}" srcOrd="3" destOrd="0" presId="urn:microsoft.com/office/officeart/2018/2/layout/IconVerticalSolidList"/>
    <dgm:cxn modelId="{40D48077-B5EF-4B48-9F8C-72D644DDE8C1}" type="presParOf" srcId="{B2BF82FC-0166-4D05-A369-584EDA5C151D}" destId="{6F74CC52-B3B0-4AE3-8EA5-6F88821564A3}" srcOrd="1" destOrd="0" presId="urn:microsoft.com/office/officeart/2018/2/layout/IconVerticalSolidList"/>
    <dgm:cxn modelId="{7ECEB365-9F18-44BE-9068-622355C9D7B2}" type="presParOf" srcId="{B2BF82FC-0166-4D05-A369-584EDA5C151D}" destId="{973AA8ED-CF05-4E76-A716-37F778EE7532}" srcOrd="2" destOrd="0" presId="urn:microsoft.com/office/officeart/2018/2/layout/IconVerticalSolidList"/>
    <dgm:cxn modelId="{49B4C6C1-B8A1-459B-A7B0-EF726282D7FF}" type="presParOf" srcId="{973AA8ED-CF05-4E76-A716-37F778EE7532}" destId="{607DB41C-7FB6-4C83-B658-A4176B7875C3}" srcOrd="0" destOrd="0" presId="urn:microsoft.com/office/officeart/2018/2/layout/IconVerticalSolidList"/>
    <dgm:cxn modelId="{EFF9FC54-D56B-4771-9B52-ABC536DCA532}" type="presParOf" srcId="{973AA8ED-CF05-4E76-A716-37F778EE7532}" destId="{C7C5ECB2-9CCC-4FB6-B295-DE43F3499212}" srcOrd="1" destOrd="0" presId="urn:microsoft.com/office/officeart/2018/2/layout/IconVerticalSolidList"/>
    <dgm:cxn modelId="{AFF87C45-6794-4364-A9F2-2DFEFC807A47}" type="presParOf" srcId="{973AA8ED-CF05-4E76-A716-37F778EE7532}" destId="{DA039B5E-70BE-43FC-BD60-C7E24D4635CA}" srcOrd="2" destOrd="0" presId="urn:microsoft.com/office/officeart/2018/2/layout/IconVerticalSolidList"/>
    <dgm:cxn modelId="{F3D1AA54-6CC8-4FB5-88D6-D01156A8EE10}" type="presParOf" srcId="{973AA8ED-CF05-4E76-A716-37F778EE7532}" destId="{D7EAD008-C98E-4D3D-AB92-D1919BC70123}" srcOrd="3" destOrd="0" presId="urn:microsoft.com/office/officeart/2018/2/layout/IconVerticalSolidList"/>
    <dgm:cxn modelId="{B8845286-62D0-4BF2-A2C3-114516551C34}" type="presParOf" srcId="{B2BF82FC-0166-4D05-A369-584EDA5C151D}" destId="{2C5068B9-B4F5-4EA9-BC7D-EC6D3AC9057D}" srcOrd="3" destOrd="0" presId="urn:microsoft.com/office/officeart/2018/2/layout/IconVerticalSolidList"/>
    <dgm:cxn modelId="{A5A5C756-497C-4BBB-ADF2-747EC1C6313D}" type="presParOf" srcId="{B2BF82FC-0166-4D05-A369-584EDA5C151D}" destId="{7944E230-4DBE-4802-A424-80A94E9B35D3}" srcOrd="4" destOrd="0" presId="urn:microsoft.com/office/officeart/2018/2/layout/IconVerticalSolidList"/>
    <dgm:cxn modelId="{C07E51AA-A4C0-498C-8B2C-CBE247F52528}" type="presParOf" srcId="{7944E230-4DBE-4802-A424-80A94E9B35D3}" destId="{0350BD29-7209-4EE6-BEAB-C62434159D3F}" srcOrd="0" destOrd="0" presId="urn:microsoft.com/office/officeart/2018/2/layout/IconVerticalSolidList"/>
    <dgm:cxn modelId="{E03E67AF-D07B-4C26-AED3-28A502650F5F}" type="presParOf" srcId="{7944E230-4DBE-4802-A424-80A94E9B35D3}" destId="{0134EC49-E0C8-43D4-9573-44FD8DFCF09E}" srcOrd="1" destOrd="0" presId="urn:microsoft.com/office/officeart/2018/2/layout/IconVerticalSolidList"/>
    <dgm:cxn modelId="{20741C2F-18F7-4C2B-A8AC-222EC36BAB30}" type="presParOf" srcId="{7944E230-4DBE-4802-A424-80A94E9B35D3}" destId="{5227C17E-152D-44D7-A51B-338DCAC654CF}" srcOrd="2" destOrd="0" presId="urn:microsoft.com/office/officeart/2018/2/layout/IconVerticalSolidList"/>
    <dgm:cxn modelId="{736F2B64-E35F-4569-8641-877498FDFD39}" type="presParOf" srcId="{7944E230-4DBE-4802-A424-80A94E9B35D3}" destId="{76A7E8D7-A685-4284-80C0-D674FCE64865}" srcOrd="3" destOrd="0" presId="urn:microsoft.com/office/officeart/2018/2/layout/IconVerticalSolidList"/>
    <dgm:cxn modelId="{33C5E04D-C924-4741-9854-6D567C12658D}" type="presParOf" srcId="{B2BF82FC-0166-4D05-A369-584EDA5C151D}" destId="{B95B9A6D-05D7-4F7E-9ED3-1560881D93A6}" srcOrd="5" destOrd="0" presId="urn:microsoft.com/office/officeart/2018/2/layout/IconVerticalSolidList"/>
    <dgm:cxn modelId="{EAE26E44-62A6-4CB7-9CE5-02E57F12283D}" type="presParOf" srcId="{B2BF82FC-0166-4D05-A369-584EDA5C151D}" destId="{37CBC704-BCCF-43BF-BE2F-FC373B65DB22}" srcOrd="6" destOrd="0" presId="urn:microsoft.com/office/officeart/2018/2/layout/IconVerticalSolidList"/>
    <dgm:cxn modelId="{2A572FBF-6FF4-4760-88A4-0C28BDC25D24}" type="presParOf" srcId="{37CBC704-BCCF-43BF-BE2F-FC373B65DB22}" destId="{119E15F9-17DE-42BF-ACF3-C9390FB46338}" srcOrd="0" destOrd="0" presId="urn:microsoft.com/office/officeart/2018/2/layout/IconVerticalSolidList"/>
    <dgm:cxn modelId="{DFDD98E8-8EFC-4EEC-8E57-B24AA6525A4D}" type="presParOf" srcId="{37CBC704-BCCF-43BF-BE2F-FC373B65DB22}" destId="{47C38148-4328-4161-A8A4-28F80115CAE1}" srcOrd="1" destOrd="0" presId="urn:microsoft.com/office/officeart/2018/2/layout/IconVerticalSolidList"/>
    <dgm:cxn modelId="{519B6BDB-CE7A-4ECA-9C8B-61F40A9F2D4C}" type="presParOf" srcId="{37CBC704-BCCF-43BF-BE2F-FC373B65DB22}" destId="{7426A493-FD06-4A59-B221-E29FBD114052}" srcOrd="2" destOrd="0" presId="urn:microsoft.com/office/officeart/2018/2/layout/IconVerticalSolidList"/>
    <dgm:cxn modelId="{56D5C5C5-D3F8-415F-961D-0720046FA938}" type="presParOf" srcId="{37CBC704-BCCF-43BF-BE2F-FC373B65DB22}" destId="{A2205D7D-653D-4F14-B3A6-DFFA1A2C40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D34F9A-742C-48EB-B0A4-2AAB16E761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CF7C0BA-613D-4D73-A88E-AA3D156E1622}">
      <dgm:prSet/>
      <dgm:spPr/>
      <dgm:t>
        <a:bodyPr/>
        <a:lstStyle/>
        <a:p>
          <a:r>
            <a:rPr lang="en-US" b="0" i="0"/>
            <a:t>• 23 columns, 8,403 rows.</a:t>
          </a:r>
          <a:endParaRPr lang="en-US"/>
        </a:p>
      </dgm:t>
    </dgm:pt>
    <dgm:pt modelId="{04A9CBED-1793-448D-A0A8-19F542742874}" type="parTrans" cxnId="{D1D2154F-55F1-430E-A862-FF072BD29103}">
      <dgm:prSet/>
      <dgm:spPr/>
      <dgm:t>
        <a:bodyPr/>
        <a:lstStyle/>
        <a:p>
          <a:endParaRPr lang="en-US"/>
        </a:p>
      </dgm:t>
    </dgm:pt>
    <dgm:pt modelId="{92EA2AA8-1D63-4881-B7C1-FE08DF63399F}" type="sibTrans" cxnId="{D1D2154F-55F1-430E-A862-FF072BD29103}">
      <dgm:prSet/>
      <dgm:spPr/>
      <dgm:t>
        <a:bodyPr/>
        <a:lstStyle/>
        <a:p>
          <a:endParaRPr lang="en-US"/>
        </a:p>
      </dgm:t>
    </dgm:pt>
    <dgm:pt modelId="{BC57FF84-4C30-4389-A9E3-D6860FFAB51E}">
      <dgm:prSet/>
      <dgm:spPr/>
      <dgm:t>
        <a:bodyPr/>
        <a:lstStyle/>
        <a:p>
          <a:r>
            <a:rPr lang="en-US" b="0" i="0"/>
            <a:t>• 17 binary (0/1) hobby variables.</a:t>
          </a:r>
          <a:endParaRPr lang="en-US"/>
        </a:p>
      </dgm:t>
    </dgm:pt>
    <dgm:pt modelId="{A3082733-8C31-4AFC-9696-81DB57F5F868}" type="parTrans" cxnId="{3D219C9D-61D7-47C0-907F-D19643BD4FEB}">
      <dgm:prSet/>
      <dgm:spPr/>
      <dgm:t>
        <a:bodyPr/>
        <a:lstStyle/>
        <a:p>
          <a:endParaRPr lang="en-US"/>
        </a:p>
      </dgm:t>
    </dgm:pt>
    <dgm:pt modelId="{A2760FBF-5386-4303-9522-E31A21765CBC}" type="sibTrans" cxnId="{3D219C9D-61D7-47C0-907F-D19643BD4FEB}">
      <dgm:prSet/>
      <dgm:spPr/>
      <dgm:t>
        <a:bodyPr/>
        <a:lstStyle/>
        <a:p>
          <a:endParaRPr lang="en-US"/>
        </a:p>
      </dgm:t>
    </dgm:pt>
    <dgm:pt modelId="{BC9CF510-0E8D-4ED7-B127-0ADA42CAF6AF}">
      <dgm:prSet/>
      <dgm:spPr/>
      <dgm:t>
        <a:bodyPr/>
        <a:lstStyle/>
        <a:p>
          <a:r>
            <a:rPr lang="en-US" b="0" i="0"/>
            <a:t>• 1 ordinal variable (TV 0–4).</a:t>
          </a:r>
          <a:endParaRPr lang="en-US"/>
        </a:p>
      </dgm:t>
    </dgm:pt>
    <dgm:pt modelId="{B3E5C286-6352-4EB5-B22C-4B80539F0596}" type="parTrans" cxnId="{AA90E2C0-0391-4FC2-8AF7-9EAC1C0CC849}">
      <dgm:prSet/>
      <dgm:spPr/>
      <dgm:t>
        <a:bodyPr/>
        <a:lstStyle/>
        <a:p>
          <a:endParaRPr lang="en-US"/>
        </a:p>
      </dgm:t>
    </dgm:pt>
    <dgm:pt modelId="{9D1C926B-4D34-4691-9EF6-01218C30F4EA}" type="sibTrans" cxnId="{AA90E2C0-0391-4FC2-8AF7-9EAC1C0CC849}">
      <dgm:prSet/>
      <dgm:spPr/>
      <dgm:t>
        <a:bodyPr/>
        <a:lstStyle/>
        <a:p>
          <a:endParaRPr lang="en-US"/>
        </a:p>
      </dgm:t>
    </dgm:pt>
    <dgm:pt modelId="{C1A10153-34A7-4FF8-B9D0-F7ABE036A410}">
      <dgm:prSet/>
      <dgm:spPr/>
      <dgm:t>
        <a:bodyPr/>
        <a:lstStyle/>
        <a:p>
          <a:r>
            <a:rPr lang="en-US" b="0" i="0"/>
            <a:t>• 4 categorical variables (Sex, Age, Marital Status, Profession).</a:t>
          </a:r>
          <a:endParaRPr lang="en-US"/>
        </a:p>
      </dgm:t>
    </dgm:pt>
    <dgm:pt modelId="{33C2CAFB-01F3-4858-B7E4-D8B010F82F59}" type="parTrans" cxnId="{7C2894DA-9E1D-45C2-BD4E-4B8486290365}">
      <dgm:prSet/>
      <dgm:spPr/>
      <dgm:t>
        <a:bodyPr/>
        <a:lstStyle/>
        <a:p>
          <a:endParaRPr lang="en-US"/>
        </a:p>
      </dgm:t>
    </dgm:pt>
    <dgm:pt modelId="{6DB0677F-993A-471A-99AB-B3337846BC3F}" type="sibTrans" cxnId="{7C2894DA-9E1D-45C2-BD4E-4B8486290365}">
      <dgm:prSet/>
      <dgm:spPr/>
      <dgm:t>
        <a:bodyPr/>
        <a:lstStyle/>
        <a:p>
          <a:endParaRPr lang="en-US"/>
        </a:p>
      </dgm:t>
    </dgm:pt>
    <dgm:pt modelId="{4037BDDF-C8C2-40F7-B044-192A763CFAB8}">
      <dgm:prSet/>
      <dgm:spPr/>
      <dgm:t>
        <a:bodyPr/>
        <a:lstStyle/>
        <a:p>
          <a:r>
            <a:rPr lang="en-US" b="0" i="0"/>
            <a:t>• 1 numeric variable (nb.activitees).</a:t>
          </a:r>
          <a:endParaRPr lang="en-US"/>
        </a:p>
      </dgm:t>
    </dgm:pt>
    <dgm:pt modelId="{1C47C744-9E4D-4997-AC97-577EAD18C489}" type="parTrans" cxnId="{6F1AAD33-B014-4C90-AB10-D7B4F91392B9}">
      <dgm:prSet/>
      <dgm:spPr/>
      <dgm:t>
        <a:bodyPr/>
        <a:lstStyle/>
        <a:p>
          <a:endParaRPr lang="en-US"/>
        </a:p>
      </dgm:t>
    </dgm:pt>
    <dgm:pt modelId="{1A2B9186-9D75-4498-9EBE-6BDB2016CDFF}" type="sibTrans" cxnId="{6F1AAD33-B014-4C90-AB10-D7B4F91392B9}">
      <dgm:prSet/>
      <dgm:spPr/>
      <dgm:t>
        <a:bodyPr/>
        <a:lstStyle/>
        <a:p>
          <a:endParaRPr lang="en-US"/>
        </a:p>
      </dgm:t>
    </dgm:pt>
    <dgm:pt modelId="{30044494-B897-4280-98BA-EBAA2A32886B}">
      <dgm:prSet/>
      <dgm:spPr/>
      <dgm:t>
        <a:bodyPr/>
        <a:lstStyle/>
        <a:p>
          <a:r>
            <a:rPr lang="en-US" b="0" i="0"/>
            <a:t>• ~1,500 missing Profession values handled as NaN.</a:t>
          </a:r>
          <a:endParaRPr lang="en-US"/>
        </a:p>
      </dgm:t>
    </dgm:pt>
    <dgm:pt modelId="{83EF2A70-B6ED-499D-920C-E2A8B0BB5F7E}" type="parTrans" cxnId="{15783B7E-18E7-46E7-BB72-C05F06120E2F}">
      <dgm:prSet/>
      <dgm:spPr/>
      <dgm:t>
        <a:bodyPr/>
        <a:lstStyle/>
        <a:p>
          <a:endParaRPr lang="en-US"/>
        </a:p>
      </dgm:t>
    </dgm:pt>
    <dgm:pt modelId="{BC23AEE6-3950-4CB4-8A2E-C8F7DEF502A8}" type="sibTrans" cxnId="{15783B7E-18E7-46E7-BB72-C05F06120E2F}">
      <dgm:prSet/>
      <dgm:spPr/>
      <dgm:t>
        <a:bodyPr/>
        <a:lstStyle/>
        <a:p>
          <a:endParaRPr lang="en-US"/>
        </a:p>
      </dgm:t>
    </dgm:pt>
    <dgm:pt modelId="{A37AE81F-39C6-4FF5-AB83-3F9CB33CA98C}" type="pres">
      <dgm:prSet presAssocID="{C4D34F9A-742C-48EB-B0A4-2AAB16E7610B}" presName="linear" presStyleCnt="0">
        <dgm:presLayoutVars>
          <dgm:animLvl val="lvl"/>
          <dgm:resizeHandles val="exact"/>
        </dgm:presLayoutVars>
      </dgm:prSet>
      <dgm:spPr/>
    </dgm:pt>
    <dgm:pt modelId="{F04CC6F5-E4C1-4452-A805-9360F7E05570}" type="pres">
      <dgm:prSet presAssocID="{FCF7C0BA-613D-4D73-A88E-AA3D156E162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7967B41-E898-427B-B6BD-957609174736}" type="pres">
      <dgm:prSet presAssocID="{92EA2AA8-1D63-4881-B7C1-FE08DF63399F}" presName="spacer" presStyleCnt="0"/>
      <dgm:spPr/>
    </dgm:pt>
    <dgm:pt modelId="{CCAACE9D-F15C-4B5D-91D7-CE88591BDCE0}" type="pres">
      <dgm:prSet presAssocID="{BC57FF84-4C30-4389-A9E3-D6860FFAB51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640FE28-FCBF-4A11-9D59-2133A1A744E3}" type="pres">
      <dgm:prSet presAssocID="{A2760FBF-5386-4303-9522-E31A21765CBC}" presName="spacer" presStyleCnt="0"/>
      <dgm:spPr/>
    </dgm:pt>
    <dgm:pt modelId="{628A5D48-8F16-44C2-A1D2-B065A6355BC9}" type="pres">
      <dgm:prSet presAssocID="{BC9CF510-0E8D-4ED7-B127-0ADA42CAF6A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747A67F-E629-4F87-B9AA-0AC7C1C7B246}" type="pres">
      <dgm:prSet presAssocID="{9D1C926B-4D34-4691-9EF6-01218C30F4EA}" presName="spacer" presStyleCnt="0"/>
      <dgm:spPr/>
    </dgm:pt>
    <dgm:pt modelId="{6F9623D0-CE86-4AE3-845E-E80E304802B9}" type="pres">
      <dgm:prSet presAssocID="{C1A10153-34A7-4FF8-B9D0-F7ABE036A41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B21CF8F-25F5-4D0A-B905-91A223DC0A7F}" type="pres">
      <dgm:prSet presAssocID="{6DB0677F-993A-471A-99AB-B3337846BC3F}" presName="spacer" presStyleCnt="0"/>
      <dgm:spPr/>
    </dgm:pt>
    <dgm:pt modelId="{440DFF3E-4D21-40F6-AF6A-04B941465DA8}" type="pres">
      <dgm:prSet presAssocID="{4037BDDF-C8C2-40F7-B044-192A763CFAB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78EA51F-EBC0-476E-A9F8-ED87BD95E07C}" type="pres">
      <dgm:prSet presAssocID="{1A2B9186-9D75-4498-9EBE-6BDB2016CDFF}" presName="spacer" presStyleCnt="0"/>
      <dgm:spPr/>
    </dgm:pt>
    <dgm:pt modelId="{618D63C2-5B31-4BC3-A5C6-A29167195DC5}" type="pres">
      <dgm:prSet presAssocID="{30044494-B897-4280-98BA-EBAA2A32886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66E3812-FBB4-4B5E-A494-C96A41D65097}" type="presOf" srcId="{BC57FF84-4C30-4389-A9E3-D6860FFAB51E}" destId="{CCAACE9D-F15C-4B5D-91D7-CE88591BDCE0}" srcOrd="0" destOrd="0" presId="urn:microsoft.com/office/officeart/2005/8/layout/vList2"/>
    <dgm:cxn modelId="{B831611F-C046-43E0-93EE-DE9039B679A3}" type="presOf" srcId="{4037BDDF-C8C2-40F7-B044-192A763CFAB8}" destId="{440DFF3E-4D21-40F6-AF6A-04B941465DA8}" srcOrd="0" destOrd="0" presId="urn:microsoft.com/office/officeart/2005/8/layout/vList2"/>
    <dgm:cxn modelId="{6F1AAD33-B014-4C90-AB10-D7B4F91392B9}" srcId="{C4D34F9A-742C-48EB-B0A4-2AAB16E7610B}" destId="{4037BDDF-C8C2-40F7-B044-192A763CFAB8}" srcOrd="4" destOrd="0" parTransId="{1C47C744-9E4D-4997-AC97-577EAD18C489}" sibTransId="{1A2B9186-9D75-4498-9EBE-6BDB2016CDFF}"/>
    <dgm:cxn modelId="{7B28C964-2D27-4CC7-B6ED-401D2CE49681}" type="presOf" srcId="{BC9CF510-0E8D-4ED7-B127-0ADA42CAF6AF}" destId="{628A5D48-8F16-44C2-A1D2-B065A6355BC9}" srcOrd="0" destOrd="0" presId="urn:microsoft.com/office/officeart/2005/8/layout/vList2"/>
    <dgm:cxn modelId="{F9907749-21A9-4F17-8438-582B9E6DB562}" type="presOf" srcId="{C4D34F9A-742C-48EB-B0A4-2AAB16E7610B}" destId="{A37AE81F-39C6-4FF5-AB83-3F9CB33CA98C}" srcOrd="0" destOrd="0" presId="urn:microsoft.com/office/officeart/2005/8/layout/vList2"/>
    <dgm:cxn modelId="{D1D2154F-55F1-430E-A862-FF072BD29103}" srcId="{C4D34F9A-742C-48EB-B0A4-2AAB16E7610B}" destId="{FCF7C0BA-613D-4D73-A88E-AA3D156E1622}" srcOrd="0" destOrd="0" parTransId="{04A9CBED-1793-448D-A0A8-19F542742874}" sibTransId="{92EA2AA8-1D63-4881-B7C1-FE08DF63399F}"/>
    <dgm:cxn modelId="{15783B7E-18E7-46E7-BB72-C05F06120E2F}" srcId="{C4D34F9A-742C-48EB-B0A4-2AAB16E7610B}" destId="{30044494-B897-4280-98BA-EBAA2A32886B}" srcOrd="5" destOrd="0" parTransId="{83EF2A70-B6ED-499D-920C-E2A8B0BB5F7E}" sibTransId="{BC23AEE6-3950-4CB4-8A2E-C8F7DEF502A8}"/>
    <dgm:cxn modelId="{3D219C9D-61D7-47C0-907F-D19643BD4FEB}" srcId="{C4D34F9A-742C-48EB-B0A4-2AAB16E7610B}" destId="{BC57FF84-4C30-4389-A9E3-D6860FFAB51E}" srcOrd="1" destOrd="0" parTransId="{A3082733-8C31-4AFC-9696-81DB57F5F868}" sibTransId="{A2760FBF-5386-4303-9522-E31A21765CBC}"/>
    <dgm:cxn modelId="{F978E2A2-710A-4BA5-9026-CD3E26A4D22B}" type="presOf" srcId="{30044494-B897-4280-98BA-EBAA2A32886B}" destId="{618D63C2-5B31-4BC3-A5C6-A29167195DC5}" srcOrd="0" destOrd="0" presId="urn:microsoft.com/office/officeart/2005/8/layout/vList2"/>
    <dgm:cxn modelId="{5AB839C0-871D-4A7C-B836-84EF6B39F3BF}" type="presOf" srcId="{FCF7C0BA-613D-4D73-A88E-AA3D156E1622}" destId="{F04CC6F5-E4C1-4452-A805-9360F7E05570}" srcOrd="0" destOrd="0" presId="urn:microsoft.com/office/officeart/2005/8/layout/vList2"/>
    <dgm:cxn modelId="{AA90E2C0-0391-4FC2-8AF7-9EAC1C0CC849}" srcId="{C4D34F9A-742C-48EB-B0A4-2AAB16E7610B}" destId="{BC9CF510-0E8D-4ED7-B127-0ADA42CAF6AF}" srcOrd="2" destOrd="0" parTransId="{B3E5C286-6352-4EB5-B22C-4B80539F0596}" sibTransId="{9D1C926B-4D34-4691-9EF6-01218C30F4EA}"/>
    <dgm:cxn modelId="{7C2894DA-9E1D-45C2-BD4E-4B8486290365}" srcId="{C4D34F9A-742C-48EB-B0A4-2AAB16E7610B}" destId="{C1A10153-34A7-4FF8-B9D0-F7ABE036A410}" srcOrd="3" destOrd="0" parTransId="{33C2CAFB-01F3-4858-B7E4-D8B010F82F59}" sibTransId="{6DB0677F-993A-471A-99AB-B3337846BC3F}"/>
    <dgm:cxn modelId="{C36179FC-2A5A-4FE7-8531-4A58605BCD77}" type="presOf" srcId="{C1A10153-34A7-4FF8-B9D0-F7ABE036A410}" destId="{6F9623D0-CE86-4AE3-845E-E80E304802B9}" srcOrd="0" destOrd="0" presId="urn:microsoft.com/office/officeart/2005/8/layout/vList2"/>
    <dgm:cxn modelId="{FE66278F-1D3E-41F0-A3D3-441D00FE1682}" type="presParOf" srcId="{A37AE81F-39C6-4FF5-AB83-3F9CB33CA98C}" destId="{F04CC6F5-E4C1-4452-A805-9360F7E05570}" srcOrd="0" destOrd="0" presId="urn:microsoft.com/office/officeart/2005/8/layout/vList2"/>
    <dgm:cxn modelId="{F2D6D086-C6AE-4678-98DC-4A84927AC9C8}" type="presParOf" srcId="{A37AE81F-39C6-4FF5-AB83-3F9CB33CA98C}" destId="{C7967B41-E898-427B-B6BD-957609174736}" srcOrd="1" destOrd="0" presId="urn:microsoft.com/office/officeart/2005/8/layout/vList2"/>
    <dgm:cxn modelId="{95015BDB-9F4E-41A9-B835-5B59612428A3}" type="presParOf" srcId="{A37AE81F-39C6-4FF5-AB83-3F9CB33CA98C}" destId="{CCAACE9D-F15C-4B5D-91D7-CE88591BDCE0}" srcOrd="2" destOrd="0" presId="urn:microsoft.com/office/officeart/2005/8/layout/vList2"/>
    <dgm:cxn modelId="{1B62BC21-4A34-4E2C-8823-77E1D111B19A}" type="presParOf" srcId="{A37AE81F-39C6-4FF5-AB83-3F9CB33CA98C}" destId="{2640FE28-FCBF-4A11-9D59-2133A1A744E3}" srcOrd="3" destOrd="0" presId="urn:microsoft.com/office/officeart/2005/8/layout/vList2"/>
    <dgm:cxn modelId="{CC6C6D57-3E11-4B63-9A1A-D2AA18158E3D}" type="presParOf" srcId="{A37AE81F-39C6-4FF5-AB83-3F9CB33CA98C}" destId="{628A5D48-8F16-44C2-A1D2-B065A6355BC9}" srcOrd="4" destOrd="0" presId="urn:microsoft.com/office/officeart/2005/8/layout/vList2"/>
    <dgm:cxn modelId="{EDE61E1C-3B5F-499E-A99D-9897B35E5222}" type="presParOf" srcId="{A37AE81F-39C6-4FF5-AB83-3F9CB33CA98C}" destId="{E747A67F-E629-4F87-B9AA-0AC7C1C7B246}" srcOrd="5" destOrd="0" presId="urn:microsoft.com/office/officeart/2005/8/layout/vList2"/>
    <dgm:cxn modelId="{22030806-AED0-435C-8D0E-CD68C1DDC83F}" type="presParOf" srcId="{A37AE81F-39C6-4FF5-AB83-3F9CB33CA98C}" destId="{6F9623D0-CE86-4AE3-845E-E80E304802B9}" srcOrd="6" destOrd="0" presId="urn:microsoft.com/office/officeart/2005/8/layout/vList2"/>
    <dgm:cxn modelId="{A118AB06-70CF-4255-9BAD-B0CDE8FA25DD}" type="presParOf" srcId="{A37AE81F-39C6-4FF5-AB83-3F9CB33CA98C}" destId="{1B21CF8F-25F5-4D0A-B905-91A223DC0A7F}" srcOrd="7" destOrd="0" presId="urn:microsoft.com/office/officeart/2005/8/layout/vList2"/>
    <dgm:cxn modelId="{3BE20D57-074C-479D-B6A9-1E941A841F6E}" type="presParOf" srcId="{A37AE81F-39C6-4FF5-AB83-3F9CB33CA98C}" destId="{440DFF3E-4D21-40F6-AF6A-04B941465DA8}" srcOrd="8" destOrd="0" presId="urn:microsoft.com/office/officeart/2005/8/layout/vList2"/>
    <dgm:cxn modelId="{E09C8D75-2790-420C-B30B-3D3302ED2D76}" type="presParOf" srcId="{A37AE81F-39C6-4FF5-AB83-3F9CB33CA98C}" destId="{478EA51F-EBC0-476E-A9F8-ED87BD95E07C}" srcOrd="9" destOrd="0" presId="urn:microsoft.com/office/officeart/2005/8/layout/vList2"/>
    <dgm:cxn modelId="{AF408975-7F17-4CA6-95D6-3045C653D4AA}" type="presParOf" srcId="{A37AE81F-39C6-4FF5-AB83-3F9CB33CA98C}" destId="{618D63C2-5B31-4BC3-A5C6-A29167195DC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DDE212-1B22-4F86-934F-33BFF6A420C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868B0A8-0E85-4A07-A21D-54471BAB87CD}">
      <dgm:prSet/>
      <dgm:spPr/>
      <dgm:t>
        <a:bodyPr/>
        <a:lstStyle/>
        <a:p>
          <a:r>
            <a:rPr lang="en-US" b="0" i="0"/>
            <a:t>1. What are the most popular hobbies overall?</a:t>
          </a:r>
          <a:endParaRPr lang="en-US"/>
        </a:p>
      </dgm:t>
    </dgm:pt>
    <dgm:pt modelId="{5DA192A7-27D6-4FF8-9304-4B337073BF8C}" type="parTrans" cxnId="{250FC0F6-95FA-41A4-AD95-9CBEB5563C84}">
      <dgm:prSet/>
      <dgm:spPr/>
      <dgm:t>
        <a:bodyPr/>
        <a:lstStyle/>
        <a:p>
          <a:endParaRPr lang="en-US"/>
        </a:p>
      </dgm:t>
    </dgm:pt>
    <dgm:pt modelId="{1D52B2DB-7212-4843-8055-1572C39F77D5}" type="sibTrans" cxnId="{250FC0F6-95FA-41A4-AD95-9CBEB5563C84}">
      <dgm:prSet/>
      <dgm:spPr/>
      <dgm:t>
        <a:bodyPr/>
        <a:lstStyle/>
        <a:p>
          <a:endParaRPr lang="en-US"/>
        </a:p>
      </dgm:t>
    </dgm:pt>
    <dgm:pt modelId="{5205F4E1-425A-4B36-8C37-393C1CC4ECD8}">
      <dgm:prSet/>
      <dgm:spPr/>
      <dgm:t>
        <a:bodyPr/>
        <a:lstStyle/>
        <a:p>
          <a:r>
            <a:rPr lang="en-US" b="0" i="0"/>
            <a:t>2. How do hobbies correlate with one another?</a:t>
          </a:r>
          <a:endParaRPr lang="en-US"/>
        </a:p>
      </dgm:t>
    </dgm:pt>
    <dgm:pt modelId="{099EA240-223D-4348-94EA-0F207971A336}" type="parTrans" cxnId="{1D4241A0-5AED-44D0-A3A4-96B5A46551A2}">
      <dgm:prSet/>
      <dgm:spPr/>
      <dgm:t>
        <a:bodyPr/>
        <a:lstStyle/>
        <a:p>
          <a:endParaRPr lang="en-US"/>
        </a:p>
      </dgm:t>
    </dgm:pt>
    <dgm:pt modelId="{11E1C899-0E4D-481B-AFF7-503F684EBBE5}" type="sibTrans" cxnId="{1D4241A0-5AED-44D0-A3A4-96B5A46551A2}">
      <dgm:prSet/>
      <dgm:spPr/>
      <dgm:t>
        <a:bodyPr/>
        <a:lstStyle/>
        <a:p>
          <a:endParaRPr lang="en-US"/>
        </a:p>
      </dgm:t>
    </dgm:pt>
    <dgm:pt modelId="{0BB1B349-E7C5-43E4-AE3E-00158474A914}">
      <dgm:prSet/>
      <dgm:spPr/>
      <dgm:t>
        <a:bodyPr/>
        <a:lstStyle/>
        <a:p>
          <a:r>
            <a:rPr lang="en-US" b="0" i="0"/>
            <a:t>3. Does gender influence the number of hobbies?</a:t>
          </a:r>
          <a:endParaRPr lang="en-US"/>
        </a:p>
      </dgm:t>
    </dgm:pt>
    <dgm:pt modelId="{A686B2DD-813B-4179-B0D1-BED77110E81C}" type="parTrans" cxnId="{89E6FC41-2DCF-4B4B-8F6A-DC7ECCF89DE3}">
      <dgm:prSet/>
      <dgm:spPr/>
      <dgm:t>
        <a:bodyPr/>
        <a:lstStyle/>
        <a:p>
          <a:endParaRPr lang="en-US"/>
        </a:p>
      </dgm:t>
    </dgm:pt>
    <dgm:pt modelId="{13FB78CF-1E06-41DE-B00D-F8D508554CBC}" type="sibTrans" cxnId="{89E6FC41-2DCF-4B4B-8F6A-DC7ECCF89DE3}">
      <dgm:prSet/>
      <dgm:spPr/>
      <dgm:t>
        <a:bodyPr/>
        <a:lstStyle/>
        <a:p>
          <a:endParaRPr lang="en-US"/>
        </a:p>
      </dgm:t>
    </dgm:pt>
    <dgm:pt modelId="{A9B76D84-B493-469E-939A-33A510811EFF}">
      <dgm:prSet/>
      <dgm:spPr/>
      <dgm:t>
        <a:bodyPr/>
        <a:lstStyle/>
        <a:p>
          <a:r>
            <a:rPr lang="en-US" b="0" i="0"/>
            <a:t>4. How frequently do people watch TV?</a:t>
          </a:r>
          <a:endParaRPr lang="en-US"/>
        </a:p>
      </dgm:t>
    </dgm:pt>
    <dgm:pt modelId="{7E83C2F6-E708-4414-81D8-2C623B177A7C}" type="parTrans" cxnId="{F6E856AE-72AC-44EB-88C2-51698F3AA53C}">
      <dgm:prSet/>
      <dgm:spPr/>
      <dgm:t>
        <a:bodyPr/>
        <a:lstStyle/>
        <a:p>
          <a:endParaRPr lang="en-US"/>
        </a:p>
      </dgm:t>
    </dgm:pt>
    <dgm:pt modelId="{19E33729-BC55-4030-A596-149985A1FC9A}" type="sibTrans" cxnId="{F6E856AE-72AC-44EB-88C2-51698F3AA53C}">
      <dgm:prSet/>
      <dgm:spPr/>
      <dgm:t>
        <a:bodyPr/>
        <a:lstStyle/>
        <a:p>
          <a:endParaRPr lang="en-US"/>
        </a:p>
      </dgm:t>
    </dgm:pt>
    <dgm:pt modelId="{B17FCBA5-420A-4802-90EE-9DE8B68239CC}" type="pres">
      <dgm:prSet presAssocID="{CBDDE212-1B22-4F86-934F-33BFF6A420CD}" presName="linear" presStyleCnt="0">
        <dgm:presLayoutVars>
          <dgm:animLvl val="lvl"/>
          <dgm:resizeHandles val="exact"/>
        </dgm:presLayoutVars>
      </dgm:prSet>
      <dgm:spPr/>
    </dgm:pt>
    <dgm:pt modelId="{4D25CD25-9A01-4E6A-AC46-5F08D3AA6D2F}" type="pres">
      <dgm:prSet presAssocID="{0868B0A8-0E85-4A07-A21D-54471BAB87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50F5F03-3661-474C-9DAF-259D2843B9BF}" type="pres">
      <dgm:prSet presAssocID="{1D52B2DB-7212-4843-8055-1572C39F77D5}" presName="spacer" presStyleCnt="0"/>
      <dgm:spPr/>
    </dgm:pt>
    <dgm:pt modelId="{0F2C8F62-3C78-4B47-B9F5-675E1C094AFC}" type="pres">
      <dgm:prSet presAssocID="{5205F4E1-425A-4B36-8C37-393C1CC4ECD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DD4C88-A9FD-4C36-8D28-BC0EA2685EB4}" type="pres">
      <dgm:prSet presAssocID="{11E1C899-0E4D-481B-AFF7-503F684EBBE5}" presName="spacer" presStyleCnt="0"/>
      <dgm:spPr/>
    </dgm:pt>
    <dgm:pt modelId="{23572ACA-47C8-49F1-A047-6271DD952DF2}" type="pres">
      <dgm:prSet presAssocID="{0BB1B349-E7C5-43E4-AE3E-00158474A9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892E341-5D33-4545-BBCF-1DAECFA7AABF}" type="pres">
      <dgm:prSet presAssocID="{13FB78CF-1E06-41DE-B00D-F8D508554CBC}" presName="spacer" presStyleCnt="0"/>
      <dgm:spPr/>
    </dgm:pt>
    <dgm:pt modelId="{7A7317DB-77F0-45BA-A8D0-E634A4344ABD}" type="pres">
      <dgm:prSet presAssocID="{A9B76D84-B493-469E-939A-33A510811EF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4833A38-7FA7-4D5C-B803-DD490CCF2BB6}" type="presOf" srcId="{0BB1B349-E7C5-43E4-AE3E-00158474A914}" destId="{23572ACA-47C8-49F1-A047-6271DD952DF2}" srcOrd="0" destOrd="0" presId="urn:microsoft.com/office/officeart/2005/8/layout/vList2"/>
    <dgm:cxn modelId="{89E6FC41-2DCF-4B4B-8F6A-DC7ECCF89DE3}" srcId="{CBDDE212-1B22-4F86-934F-33BFF6A420CD}" destId="{0BB1B349-E7C5-43E4-AE3E-00158474A914}" srcOrd="2" destOrd="0" parTransId="{A686B2DD-813B-4179-B0D1-BED77110E81C}" sibTransId="{13FB78CF-1E06-41DE-B00D-F8D508554CBC}"/>
    <dgm:cxn modelId="{DF901F50-3C52-47F2-906D-F80563B0B658}" type="presOf" srcId="{CBDDE212-1B22-4F86-934F-33BFF6A420CD}" destId="{B17FCBA5-420A-4802-90EE-9DE8B68239CC}" srcOrd="0" destOrd="0" presId="urn:microsoft.com/office/officeart/2005/8/layout/vList2"/>
    <dgm:cxn modelId="{FDACC281-BB75-4D4D-8B7F-B2C2BC5F7304}" type="presOf" srcId="{A9B76D84-B493-469E-939A-33A510811EFF}" destId="{7A7317DB-77F0-45BA-A8D0-E634A4344ABD}" srcOrd="0" destOrd="0" presId="urn:microsoft.com/office/officeart/2005/8/layout/vList2"/>
    <dgm:cxn modelId="{F3D7F38B-42E1-474C-B59D-AB464D114B68}" type="presOf" srcId="{5205F4E1-425A-4B36-8C37-393C1CC4ECD8}" destId="{0F2C8F62-3C78-4B47-B9F5-675E1C094AFC}" srcOrd="0" destOrd="0" presId="urn:microsoft.com/office/officeart/2005/8/layout/vList2"/>
    <dgm:cxn modelId="{1D4241A0-5AED-44D0-A3A4-96B5A46551A2}" srcId="{CBDDE212-1B22-4F86-934F-33BFF6A420CD}" destId="{5205F4E1-425A-4B36-8C37-393C1CC4ECD8}" srcOrd="1" destOrd="0" parTransId="{099EA240-223D-4348-94EA-0F207971A336}" sibTransId="{11E1C899-0E4D-481B-AFF7-503F684EBBE5}"/>
    <dgm:cxn modelId="{F6E856AE-72AC-44EB-88C2-51698F3AA53C}" srcId="{CBDDE212-1B22-4F86-934F-33BFF6A420CD}" destId="{A9B76D84-B493-469E-939A-33A510811EFF}" srcOrd="3" destOrd="0" parTransId="{7E83C2F6-E708-4414-81D8-2C623B177A7C}" sibTransId="{19E33729-BC55-4030-A596-149985A1FC9A}"/>
    <dgm:cxn modelId="{250FC0F6-95FA-41A4-AD95-9CBEB5563C84}" srcId="{CBDDE212-1B22-4F86-934F-33BFF6A420CD}" destId="{0868B0A8-0E85-4A07-A21D-54471BAB87CD}" srcOrd="0" destOrd="0" parTransId="{5DA192A7-27D6-4FF8-9304-4B337073BF8C}" sibTransId="{1D52B2DB-7212-4843-8055-1572C39F77D5}"/>
    <dgm:cxn modelId="{49A93EF9-71A2-4CA8-816B-D58D74D78A9A}" type="presOf" srcId="{0868B0A8-0E85-4A07-A21D-54471BAB87CD}" destId="{4D25CD25-9A01-4E6A-AC46-5F08D3AA6D2F}" srcOrd="0" destOrd="0" presId="urn:microsoft.com/office/officeart/2005/8/layout/vList2"/>
    <dgm:cxn modelId="{C681BD13-3491-4E2C-9A1D-B948E2F8A897}" type="presParOf" srcId="{B17FCBA5-420A-4802-90EE-9DE8B68239CC}" destId="{4D25CD25-9A01-4E6A-AC46-5F08D3AA6D2F}" srcOrd="0" destOrd="0" presId="urn:microsoft.com/office/officeart/2005/8/layout/vList2"/>
    <dgm:cxn modelId="{E361B246-EAE6-4D81-BB46-8F7F380D1D93}" type="presParOf" srcId="{B17FCBA5-420A-4802-90EE-9DE8B68239CC}" destId="{050F5F03-3661-474C-9DAF-259D2843B9BF}" srcOrd="1" destOrd="0" presId="urn:microsoft.com/office/officeart/2005/8/layout/vList2"/>
    <dgm:cxn modelId="{C50B227F-B6B4-4D2E-A4A0-2803982E03EF}" type="presParOf" srcId="{B17FCBA5-420A-4802-90EE-9DE8B68239CC}" destId="{0F2C8F62-3C78-4B47-B9F5-675E1C094AFC}" srcOrd="2" destOrd="0" presId="urn:microsoft.com/office/officeart/2005/8/layout/vList2"/>
    <dgm:cxn modelId="{1401FBCE-8B1D-43BF-98FF-0C4EEDC6E247}" type="presParOf" srcId="{B17FCBA5-420A-4802-90EE-9DE8B68239CC}" destId="{56DD4C88-A9FD-4C36-8D28-BC0EA2685EB4}" srcOrd="3" destOrd="0" presId="urn:microsoft.com/office/officeart/2005/8/layout/vList2"/>
    <dgm:cxn modelId="{5E5B3EA3-4F3E-4997-8AE1-9F936FB0F4D4}" type="presParOf" srcId="{B17FCBA5-420A-4802-90EE-9DE8B68239CC}" destId="{23572ACA-47C8-49F1-A047-6271DD952DF2}" srcOrd="4" destOrd="0" presId="urn:microsoft.com/office/officeart/2005/8/layout/vList2"/>
    <dgm:cxn modelId="{7080A6DB-A55F-4211-B5A8-53E0CC7AA295}" type="presParOf" srcId="{B17FCBA5-420A-4802-90EE-9DE8B68239CC}" destId="{E892E341-5D33-4545-BBCF-1DAECFA7AABF}" srcOrd="5" destOrd="0" presId="urn:microsoft.com/office/officeart/2005/8/layout/vList2"/>
    <dgm:cxn modelId="{9C3A4FF4-89ED-4B8A-9B39-4DA26DC10B20}" type="presParOf" srcId="{B17FCBA5-420A-4802-90EE-9DE8B68239CC}" destId="{7A7317DB-77F0-45BA-A8D0-E634A4344AB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0D87B2-9AA7-456A-B07A-FEC9EF17EB0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804C4D6-98F8-4167-AC8F-19C68041DABC}">
      <dgm:prSet/>
      <dgm:spPr/>
      <dgm:t>
        <a:bodyPr/>
        <a:lstStyle/>
        <a:p>
          <a:pPr>
            <a:defRPr cap="all"/>
          </a:pPr>
          <a:r>
            <a:rPr lang="en-US" b="0" i="0"/>
            <a:t>• Incorporate newer hobbies for modern trends.</a:t>
          </a:r>
          <a:endParaRPr lang="en-US"/>
        </a:p>
      </dgm:t>
    </dgm:pt>
    <dgm:pt modelId="{D6C357B7-476D-4967-8335-B51073D7E852}" type="parTrans" cxnId="{FADD8EEA-DE24-4A36-97EF-21916D58202F}">
      <dgm:prSet/>
      <dgm:spPr/>
      <dgm:t>
        <a:bodyPr/>
        <a:lstStyle/>
        <a:p>
          <a:endParaRPr lang="en-US"/>
        </a:p>
      </dgm:t>
    </dgm:pt>
    <dgm:pt modelId="{B83C701A-E85A-4834-A595-D3E49E5FB225}" type="sibTrans" cxnId="{FADD8EEA-DE24-4A36-97EF-21916D58202F}">
      <dgm:prSet/>
      <dgm:spPr/>
      <dgm:t>
        <a:bodyPr/>
        <a:lstStyle/>
        <a:p>
          <a:endParaRPr lang="en-US"/>
        </a:p>
      </dgm:t>
    </dgm:pt>
    <dgm:pt modelId="{5FC64EAA-947E-4454-ADCA-B55F9FA8701D}">
      <dgm:prSet/>
      <dgm:spPr/>
      <dgm:t>
        <a:bodyPr/>
        <a:lstStyle/>
        <a:p>
          <a:pPr>
            <a:defRPr cap="all"/>
          </a:pPr>
          <a:r>
            <a:rPr lang="en-US" b="0" i="0"/>
            <a:t>• Analyze clustering by hobby similarity.</a:t>
          </a:r>
          <a:endParaRPr lang="en-US"/>
        </a:p>
      </dgm:t>
    </dgm:pt>
    <dgm:pt modelId="{B75AAEE2-4ADB-4259-BB72-6A3F7DE49666}" type="parTrans" cxnId="{916AA03D-E2CB-4E92-8D84-20EC284589D6}">
      <dgm:prSet/>
      <dgm:spPr/>
      <dgm:t>
        <a:bodyPr/>
        <a:lstStyle/>
        <a:p>
          <a:endParaRPr lang="en-US"/>
        </a:p>
      </dgm:t>
    </dgm:pt>
    <dgm:pt modelId="{2F63E764-7647-4984-9A8C-4CD3E83E2DDF}" type="sibTrans" cxnId="{916AA03D-E2CB-4E92-8D84-20EC284589D6}">
      <dgm:prSet/>
      <dgm:spPr/>
      <dgm:t>
        <a:bodyPr/>
        <a:lstStyle/>
        <a:p>
          <a:endParaRPr lang="en-US"/>
        </a:p>
      </dgm:t>
    </dgm:pt>
    <dgm:pt modelId="{CBFB6992-9848-40F8-A7EF-ADC85A4D56C1}">
      <dgm:prSet/>
      <dgm:spPr/>
      <dgm:t>
        <a:bodyPr/>
        <a:lstStyle/>
        <a:p>
          <a:pPr>
            <a:defRPr cap="all"/>
          </a:pPr>
          <a:r>
            <a:rPr lang="en-US" b="0" i="0"/>
            <a:t>• Compare results to real-world survey datasets.</a:t>
          </a:r>
          <a:endParaRPr lang="en-US"/>
        </a:p>
      </dgm:t>
    </dgm:pt>
    <dgm:pt modelId="{AC57DB28-42D8-4BF1-8886-0E5B61997AE0}" type="parTrans" cxnId="{7114DFC2-9841-466A-A6A6-52265E4152F9}">
      <dgm:prSet/>
      <dgm:spPr/>
      <dgm:t>
        <a:bodyPr/>
        <a:lstStyle/>
        <a:p>
          <a:endParaRPr lang="en-US"/>
        </a:p>
      </dgm:t>
    </dgm:pt>
    <dgm:pt modelId="{EA0A2D84-26FC-46FE-B078-98C36F41E8E8}" type="sibTrans" cxnId="{7114DFC2-9841-466A-A6A6-52265E4152F9}">
      <dgm:prSet/>
      <dgm:spPr/>
      <dgm:t>
        <a:bodyPr/>
        <a:lstStyle/>
        <a:p>
          <a:endParaRPr lang="en-US"/>
        </a:p>
      </dgm:t>
    </dgm:pt>
    <dgm:pt modelId="{D9479A81-E5D7-46BF-925D-26052D3D5C64}">
      <dgm:prSet/>
      <dgm:spPr/>
      <dgm:t>
        <a:bodyPr/>
        <a:lstStyle/>
        <a:p>
          <a:pPr>
            <a:defRPr cap="all"/>
          </a:pPr>
          <a:r>
            <a:rPr lang="en-US" b="0" i="0"/>
            <a:t>• Extend to predictive modeling applications.</a:t>
          </a:r>
          <a:endParaRPr lang="en-US"/>
        </a:p>
      </dgm:t>
    </dgm:pt>
    <dgm:pt modelId="{0FAD2765-2EA4-41A4-9FB4-97D102AFB804}" type="parTrans" cxnId="{15A08ADE-ABCB-4540-81E4-35F4D7E87D2F}">
      <dgm:prSet/>
      <dgm:spPr/>
      <dgm:t>
        <a:bodyPr/>
        <a:lstStyle/>
        <a:p>
          <a:endParaRPr lang="en-US"/>
        </a:p>
      </dgm:t>
    </dgm:pt>
    <dgm:pt modelId="{E9A61B81-3DAF-4983-8C6E-B025C3A7833A}" type="sibTrans" cxnId="{15A08ADE-ABCB-4540-81E4-35F4D7E87D2F}">
      <dgm:prSet/>
      <dgm:spPr/>
      <dgm:t>
        <a:bodyPr/>
        <a:lstStyle/>
        <a:p>
          <a:endParaRPr lang="en-US"/>
        </a:p>
      </dgm:t>
    </dgm:pt>
    <dgm:pt modelId="{0B4F2FDE-038D-45C3-9896-35FE89D09C22}" type="pres">
      <dgm:prSet presAssocID="{4B0D87B2-9AA7-456A-B07A-FEC9EF17EB01}" presName="root" presStyleCnt="0">
        <dgm:presLayoutVars>
          <dgm:dir/>
          <dgm:resizeHandles val="exact"/>
        </dgm:presLayoutVars>
      </dgm:prSet>
      <dgm:spPr/>
    </dgm:pt>
    <dgm:pt modelId="{AD95F21A-B842-4713-9FB7-4BFCFDC0DC7A}" type="pres">
      <dgm:prSet presAssocID="{0804C4D6-98F8-4167-AC8F-19C68041DABC}" presName="compNode" presStyleCnt="0"/>
      <dgm:spPr/>
    </dgm:pt>
    <dgm:pt modelId="{A8791C30-78B0-442A-A07D-7AA6AFBF8B1E}" type="pres">
      <dgm:prSet presAssocID="{0804C4D6-98F8-4167-AC8F-19C68041DAB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C54F38A-DE96-4A96-9B3E-FB142E13F99F}" type="pres">
      <dgm:prSet presAssocID="{0804C4D6-98F8-4167-AC8F-19C68041DAB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8A90C96A-A297-416D-BEFA-4DE8C1DF234A}" type="pres">
      <dgm:prSet presAssocID="{0804C4D6-98F8-4167-AC8F-19C68041DABC}" presName="spaceRect" presStyleCnt="0"/>
      <dgm:spPr/>
    </dgm:pt>
    <dgm:pt modelId="{8F7F0C06-0430-4342-8F86-BCE31571B151}" type="pres">
      <dgm:prSet presAssocID="{0804C4D6-98F8-4167-AC8F-19C68041DABC}" presName="textRect" presStyleLbl="revTx" presStyleIdx="0" presStyleCnt="4">
        <dgm:presLayoutVars>
          <dgm:chMax val="1"/>
          <dgm:chPref val="1"/>
        </dgm:presLayoutVars>
      </dgm:prSet>
      <dgm:spPr/>
    </dgm:pt>
    <dgm:pt modelId="{BC874CA8-75FC-48B9-A256-CF7D4E7647AE}" type="pres">
      <dgm:prSet presAssocID="{B83C701A-E85A-4834-A595-D3E49E5FB225}" presName="sibTrans" presStyleCnt="0"/>
      <dgm:spPr/>
    </dgm:pt>
    <dgm:pt modelId="{468524CB-49B1-4A39-9670-9E3BF88382B4}" type="pres">
      <dgm:prSet presAssocID="{5FC64EAA-947E-4454-ADCA-B55F9FA8701D}" presName="compNode" presStyleCnt="0"/>
      <dgm:spPr/>
    </dgm:pt>
    <dgm:pt modelId="{433520DC-1962-4244-9213-7217B236AF14}" type="pres">
      <dgm:prSet presAssocID="{5FC64EAA-947E-4454-ADCA-B55F9FA8701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536C256-C57E-4350-92FC-7D94D6A4D844}" type="pres">
      <dgm:prSet presAssocID="{5FC64EAA-947E-4454-ADCA-B55F9FA8701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E6A5754C-581C-4AA2-B303-AC6DD2E85117}" type="pres">
      <dgm:prSet presAssocID="{5FC64EAA-947E-4454-ADCA-B55F9FA8701D}" presName="spaceRect" presStyleCnt="0"/>
      <dgm:spPr/>
    </dgm:pt>
    <dgm:pt modelId="{BD69F090-6454-470B-823A-5F24E8679902}" type="pres">
      <dgm:prSet presAssocID="{5FC64EAA-947E-4454-ADCA-B55F9FA8701D}" presName="textRect" presStyleLbl="revTx" presStyleIdx="1" presStyleCnt="4">
        <dgm:presLayoutVars>
          <dgm:chMax val="1"/>
          <dgm:chPref val="1"/>
        </dgm:presLayoutVars>
      </dgm:prSet>
      <dgm:spPr/>
    </dgm:pt>
    <dgm:pt modelId="{28E709AE-360B-4D88-9CC2-10C6E8712E27}" type="pres">
      <dgm:prSet presAssocID="{2F63E764-7647-4984-9A8C-4CD3E83E2DDF}" presName="sibTrans" presStyleCnt="0"/>
      <dgm:spPr/>
    </dgm:pt>
    <dgm:pt modelId="{A92464E4-0A1C-4A40-9D89-EFAFF328CE3F}" type="pres">
      <dgm:prSet presAssocID="{CBFB6992-9848-40F8-A7EF-ADC85A4D56C1}" presName="compNode" presStyleCnt="0"/>
      <dgm:spPr/>
    </dgm:pt>
    <dgm:pt modelId="{8A63372D-F967-43B3-BE29-80FC7EB9F19D}" type="pres">
      <dgm:prSet presAssocID="{CBFB6992-9848-40F8-A7EF-ADC85A4D56C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3CFD0AC-E0A7-45CB-B400-61330175FAF0}" type="pres">
      <dgm:prSet presAssocID="{CBFB6992-9848-40F8-A7EF-ADC85A4D56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5430C433-8978-4B96-8B95-BB985070F104}" type="pres">
      <dgm:prSet presAssocID="{CBFB6992-9848-40F8-A7EF-ADC85A4D56C1}" presName="spaceRect" presStyleCnt="0"/>
      <dgm:spPr/>
    </dgm:pt>
    <dgm:pt modelId="{D78A9D99-C748-49A3-BB71-86E8C4EF658A}" type="pres">
      <dgm:prSet presAssocID="{CBFB6992-9848-40F8-A7EF-ADC85A4D56C1}" presName="textRect" presStyleLbl="revTx" presStyleIdx="2" presStyleCnt="4">
        <dgm:presLayoutVars>
          <dgm:chMax val="1"/>
          <dgm:chPref val="1"/>
        </dgm:presLayoutVars>
      </dgm:prSet>
      <dgm:spPr/>
    </dgm:pt>
    <dgm:pt modelId="{0BA2F709-CE76-438A-B5C3-F7F4CA91367A}" type="pres">
      <dgm:prSet presAssocID="{EA0A2D84-26FC-46FE-B078-98C36F41E8E8}" presName="sibTrans" presStyleCnt="0"/>
      <dgm:spPr/>
    </dgm:pt>
    <dgm:pt modelId="{2DA2AC87-5D9B-4B4E-9D2D-E9B2254C357E}" type="pres">
      <dgm:prSet presAssocID="{D9479A81-E5D7-46BF-925D-26052D3D5C64}" presName="compNode" presStyleCnt="0"/>
      <dgm:spPr/>
    </dgm:pt>
    <dgm:pt modelId="{08F2E8CC-4522-4B5C-AA06-AFEA03355901}" type="pres">
      <dgm:prSet presAssocID="{D9479A81-E5D7-46BF-925D-26052D3D5C6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EFF7808-F997-42DA-A033-7BD8C74CF840}" type="pres">
      <dgm:prSet presAssocID="{D9479A81-E5D7-46BF-925D-26052D3D5C6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9B797FCE-A007-411C-8218-6A88B1B39D8E}" type="pres">
      <dgm:prSet presAssocID="{D9479A81-E5D7-46BF-925D-26052D3D5C64}" presName="spaceRect" presStyleCnt="0"/>
      <dgm:spPr/>
    </dgm:pt>
    <dgm:pt modelId="{3D37EA08-3660-4054-A27C-6E81A7374814}" type="pres">
      <dgm:prSet presAssocID="{D9479A81-E5D7-46BF-925D-26052D3D5C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6AA03D-E2CB-4E92-8D84-20EC284589D6}" srcId="{4B0D87B2-9AA7-456A-B07A-FEC9EF17EB01}" destId="{5FC64EAA-947E-4454-ADCA-B55F9FA8701D}" srcOrd="1" destOrd="0" parTransId="{B75AAEE2-4ADB-4259-BB72-6A3F7DE49666}" sibTransId="{2F63E764-7647-4984-9A8C-4CD3E83E2DDF}"/>
    <dgm:cxn modelId="{C7860F4A-0ECD-48E9-B7E6-57342768AA29}" type="presOf" srcId="{CBFB6992-9848-40F8-A7EF-ADC85A4D56C1}" destId="{D78A9D99-C748-49A3-BB71-86E8C4EF658A}" srcOrd="0" destOrd="0" presId="urn:microsoft.com/office/officeart/2018/5/layout/IconLeafLabelList"/>
    <dgm:cxn modelId="{8A2BD299-792D-4BAC-B029-157F4FD10EBE}" type="presOf" srcId="{D9479A81-E5D7-46BF-925D-26052D3D5C64}" destId="{3D37EA08-3660-4054-A27C-6E81A7374814}" srcOrd="0" destOrd="0" presId="urn:microsoft.com/office/officeart/2018/5/layout/IconLeafLabelList"/>
    <dgm:cxn modelId="{7114DFC2-9841-466A-A6A6-52265E4152F9}" srcId="{4B0D87B2-9AA7-456A-B07A-FEC9EF17EB01}" destId="{CBFB6992-9848-40F8-A7EF-ADC85A4D56C1}" srcOrd="2" destOrd="0" parTransId="{AC57DB28-42D8-4BF1-8886-0E5B61997AE0}" sibTransId="{EA0A2D84-26FC-46FE-B078-98C36F41E8E8}"/>
    <dgm:cxn modelId="{DB965CCA-CE3D-463F-A10A-461F5B1D9A06}" type="presOf" srcId="{5FC64EAA-947E-4454-ADCA-B55F9FA8701D}" destId="{BD69F090-6454-470B-823A-5F24E8679902}" srcOrd="0" destOrd="0" presId="urn:microsoft.com/office/officeart/2018/5/layout/IconLeafLabelList"/>
    <dgm:cxn modelId="{18364BD7-9A8A-42C5-9AFD-7D95BCC7AA72}" type="presOf" srcId="{0804C4D6-98F8-4167-AC8F-19C68041DABC}" destId="{8F7F0C06-0430-4342-8F86-BCE31571B151}" srcOrd="0" destOrd="0" presId="urn:microsoft.com/office/officeart/2018/5/layout/IconLeafLabelList"/>
    <dgm:cxn modelId="{15A08ADE-ABCB-4540-81E4-35F4D7E87D2F}" srcId="{4B0D87B2-9AA7-456A-B07A-FEC9EF17EB01}" destId="{D9479A81-E5D7-46BF-925D-26052D3D5C64}" srcOrd="3" destOrd="0" parTransId="{0FAD2765-2EA4-41A4-9FB4-97D102AFB804}" sibTransId="{E9A61B81-3DAF-4983-8C6E-B025C3A7833A}"/>
    <dgm:cxn modelId="{35270CE8-329E-45CA-9702-287CC630CABB}" type="presOf" srcId="{4B0D87B2-9AA7-456A-B07A-FEC9EF17EB01}" destId="{0B4F2FDE-038D-45C3-9896-35FE89D09C22}" srcOrd="0" destOrd="0" presId="urn:microsoft.com/office/officeart/2018/5/layout/IconLeafLabelList"/>
    <dgm:cxn modelId="{FADD8EEA-DE24-4A36-97EF-21916D58202F}" srcId="{4B0D87B2-9AA7-456A-B07A-FEC9EF17EB01}" destId="{0804C4D6-98F8-4167-AC8F-19C68041DABC}" srcOrd="0" destOrd="0" parTransId="{D6C357B7-476D-4967-8335-B51073D7E852}" sibTransId="{B83C701A-E85A-4834-A595-D3E49E5FB225}"/>
    <dgm:cxn modelId="{29BFE2A6-ADF6-4082-BD83-BB21C8A1B83F}" type="presParOf" srcId="{0B4F2FDE-038D-45C3-9896-35FE89D09C22}" destId="{AD95F21A-B842-4713-9FB7-4BFCFDC0DC7A}" srcOrd="0" destOrd="0" presId="urn:microsoft.com/office/officeart/2018/5/layout/IconLeafLabelList"/>
    <dgm:cxn modelId="{98F3A680-34BE-4C90-8E1A-4B00DB75D947}" type="presParOf" srcId="{AD95F21A-B842-4713-9FB7-4BFCFDC0DC7A}" destId="{A8791C30-78B0-442A-A07D-7AA6AFBF8B1E}" srcOrd="0" destOrd="0" presId="urn:microsoft.com/office/officeart/2018/5/layout/IconLeafLabelList"/>
    <dgm:cxn modelId="{F5E14DD4-567C-47DA-83AA-1ACE52C3D897}" type="presParOf" srcId="{AD95F21A-B842-4713-9FB7-4BFCFDC0DC7A}" destId="{FC54F38A-DE96-4A96-9B3E-FB142E13F99F}" srcOrd="1" destOrd="0" presId="urn:microsoft.com/office/officeart/2018/5/layout/IconLeafLabelList"/>
    <dgm:cxn modelId="{4C4B6FCD-CBF7-4989-8B6A-2A27C7B0570A}" type="presParOf" srcId="{AD95F21A-B842-4713-9FB7-4BFCFDC0DC7A}" destId="{8A90C96A-A297-416D-BEFA-4DE8C1DF234A}" srcOrd="2" destOrd="0" presId="urn:microsoft.com/office/officeart/2018/5/layout/IconLeafLabelList"/>
    <dgm:cxn modelId="{A3FC6E58-F932-4A0C-9721-CB7392B85C5C}" type="presParOf" srcId="{AD95F21A-B842-4713-9FB7-4BFCFDC0DC7A}" destId="{8F7F0C06-0430-4342-8F86-BCE31571B151}" srcOrd="3" destOrd="0" presId="urn:microsoft.com/office/officeart/2018/5/layout/IconLeafLabelList"/>
    <dgm:cxn modelId="{260359F8-9C03-4DBE-B413-40E035279A10}" type="presParOf" srcId="{0B4F2FDE-038D-45C3-9896-35FE89D09C22}" destId="{BC874CA8-75FC-48B9-A256-CF7D4E7647AE}" srcOrd="1" destOrd="0" presId="urn:microsoft.com/office/officeart/2018/5/layout/IconLeafLabelList"/>
    <dgm:cxn modelId="{F2DE6644-73FF-40C4-949F-8EF4326AADE2}" type="presParOf" srcId="{0B4F2FDE-038D-45C3-9896-35FE89D09C22}" destId="{468524CB-49B1-4A39-9670-9E3BF88382B4}" srcOrd="2" destOrd="0" presId="urn:microsoft.com/office/officeart/2018/5/layout/IconLeafLabelList"/>
    <dgm:cxn modelId="{ED8372F7-C9CD-4CDB-9EE4-735A7BD9DA00}" type="presParOf" srcId="{468524CB-49B1-4A39-9670-9E3BF88382B4}" destId="{433520DC-1962-4244-9213-7217B236AF14}" srcOrd="0" destOrd="0" presId="urn:microsoft.com/office/officeart/2018/5/layout/IconLeafLabelList"/>
    <dgm:cxn modelId="{9340EA19-2FEA-4B7B-947C-FCCC2F762AF2}" type="presParOf" srcId="{468524CB-49B1-4A39-9670-9E3BF88382B4}" destId="{2536C256-C57E-4350-92FC-7D94D6A4D844}" srcOrd="1" destOrd="0" presId="urn:microsoft.com/office/officeart/2018/5/layout/IconLeafLabelList"/>
    <dgm:cxn modelId="{082B6F91-60B3-4504-B739-05BDF1A4AE3C}" type="presParOf" srcId="{468524CB-49B1-4A39-9670-9E3BF88382B4}" destId="{E6A5754C-581C-4AA2-B303-AC6DD2E85117}" srcOrd="2" destOrd="0" presId="urn:microsoft.com/office/officeart/2018/5/layout/IconLeafLabelList"/>
    <dgm:cxn modelId="{82DA06A6-52D6-42D3-90B8-19C4718CF425}" type="presParOf" srcId="{468524CB-49B1-4A39-9670-9E3BF88382B4}" destId="{BD69F090-6454-470B-823A-5F24E8679902}" srcOrd="3" destOrd="0" presId="urn:microsoft.com/office/officeart/2018/5/layout/IconLeafLabelList"/>
    <dgm:cxn modelId="{BF7E95F2-C4D4-4F13-B9CD-816ABE02E5A3}" type="presParOf" srcId="{0B4F2FDE-038D-45C3-9896-35FE89D09C22}" destId="{28E709AE-360B-4D88-9CC2-10C6E8712E27}" srcOrd="3" destOrd="0" presId="urn:microsoft.com/office/officeart/2018/5/layout/IconLeafLabelList"/>
    <dgm:cxn modelId="{32E09E40-7D39-4530-977D-14E70286E02F}" type="presParOf" srcId="{0B4F2FDE-038D-45C3-9896-35FE89D09C22}" destId="{A92464E4-0A1C-4A40-9D89-EFAFF328CE3F}" srcOrd="4" destOrd="0" presId="urn:microsoft.com/office/officeart/2018/5/layout/IconLeafLabelList"/>
    <dgm:cxn modelId="{6058C4EC-A877-4DCB-A88C-BD8DAD065EED}" type="presParOf" srcId="{A92464E4-0A1C-4A40-9D89-EFAFF328CE3F}" destId="{8A63372D-F967-43B3-BE29-80FC7EB9F19D}" srcOrd="0" destOrd="0" presId="urn:microsoft.com/office/officeart/2018/5/layout/IconLeafLabelList"/>
    <dgm:cxn modelId="{C58709FB-ADA3-4503-9D79-CBC2BC6140AE}" type="presParOf" srcId="{A92464E4-0A1C-4A40-9D89-EFAFF328CE3F}" destId="{A3CFD0AC-E0A7-45CB-B400-61330175FAF0}" srcOrd="1" destOrd="0" presId="urn:microsoft.com/office/officeart/2018/5/layout/IconLeafLabelList"/>
    <dgm:cxn modelId="{5B5CD78B-C2EC-4442-B90F-3F808B0BAC06}" type="presParOf" srcId="{A92464E4-0A1C-4A40-9D89-EFAFF328CE3F}" destId="{5430C433-8978-4B96-8B95-BB985070F104}" srcOrd="2" destOrd="0" presId="urn:microsoft.com/office/officeart/2018/5/layout/IconLeafLabelList"/>
    <dgm:cxn modelId="{7395D776-4226-477D-B529-C467DFEAA76C}" type="presParOf" srcId="{A92464E4-0A1C-4A40-9D89-EFAFF328CE3F}" destId="{D78A9D99-C748-49A3-BB71-86E8C4EF658A}" srcOrd="3" destOrd="0" presId="urn:microsoft.com/office/officeart/2018/5/layout/IconLeafLabelList"/>
    <dgm:cxn modelId="{FA7E991A-73EE-435B-AB06-BED01304E022}" type="presParOf" srcId="{0B4F2FDE-038D-45C3-9896-35FE89D09C22}" destId="{0BA2F709-CE76-438A-B5C3-F7F4CA91367A}" srcOrd="5" destOrd="0" presId="urn:microsoft.com/office/officeart/2018/5/layout/IconLeafLabelList"/>
    <dgm:cxn modelId="{4C8A4EE7-E91E-47F4-BF42-B4420D128493}" type="presParOf" srcId="{0B4F2FDE-038D-45C3-9896-35FE89D09C22}" destId="{2DA2AC87-5D9B-4B4E-9D2D-E9B2254C357E}" srcOrd="6" destOrd="0" presId="urn:microsoft.com/office/officeart/2018/5/layout/IconLeafLabelList"/>
    <dgm:cxn modelId="{6BA839E8-3908-40FB-8A52-E719766B152B}" type="presParOf" srcId="{2DA2AC87-5D9B-4B4E-9D2D-E9B2254C357E}" destId="{08F2E8CC-4522-4B5C-AA06-AFEA03355901}" srcOrd="0" destOrd="0" presId="urn:microsoft.com/office/officeart/2018/5/layout/IconLeafLabelList"/>
    <dgm:cxn modelId="{183DB98E-9960-4EDF-8A47-14F79FA49652}" type="presParOf" srcId="{2DA2AC87-5D9B-4B4E-9D2D-E9B2254C357E}" destId="{8EFF7808-F997-42DA-A033-7BD8C74CF840}" srcOrd="1" destOrd="0" presId="urn:microsoft.com/office/officeart/2018/5/layout/IconLeafLabelList"/>
    <dgm:cxn modelId="{3B160630-113F-4F18-BE13-728773142E56}" type="presParOf" srcId="{2DA2AC87-5D9B-4B4E-9D2D-E9B2254C357E}" destId="{9B797FCE-A007-411C-8218-6A88B1B39D8E}" srcOrd="2" destOrd="0" presId="urn:microsoft.com/office/officeart/2018/5/layout/IconLeafLabelList"/>
    <dgm:cxn modelId="{928576FD-E126-46DC-9922-3F6F88800270}" type="presParOf" srcId="{2DA2AC87-5D9B-4B4E-9D2D-E9B2254C357E}" destId="{3D37EA08-3660-4054-A27C-6E81A737481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C76A9-3E39-4164-A4A0-F8E695A5FA19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59B5F-190B-4547-9973-3B0A3D2BB509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285A1-B97A-4BDC-863F-2A3808BCC2E7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By Devon Van Tussenbrook</a:t>
          </a:r>
          <a:endParaRPr lang="en-US" sz="2200" kern="1200"/>
        </a:p>
      </dsp:txBody>
      <dsp:txXfrm>
        <a:off x="1274714" y="2177"/>
        <a:ext cx="3518741" cy="1103648"/>
      </dsp:txXfrm>
    </dsp:sp>
    <dsp:sp modelId="{607DB41C-7FB6-4C83-B658-A4176B7875C3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5ECB2-9CCC-4FB6-B295-DE43F3499212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AD008-C98E-4D3D-AB92-D1919BC70123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CS 5580 – Data Science</a:t>
          </a:r>
          <a:endParaRPr lang="en-US" sz="2200" kern="1200"/>
        </a:p>
      </dsp:txBody>
      <dsp:txXfrm>
        <a:off x="1274714" y="1381738"/>
        <a:ext cx="3518741" cy="1103648"/>
      </dsp:txXfrm>
    </dsp:sp>
    <dsp:sp modelId="{0350BD29-7209-4EE6-BEAB-C62434159D3F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4EC49-E0C8-43D4-9573-44FD8DFCF09E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7E8D7-A685-4284-80C0-D674FCE64865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Instructor: [Dr. Robert Ball]</a:t>
          </a:r>
          <a:endParaRPr lang="en-US" sz="2200" kern="1200" dirty="0"/>
        </a:p>
      </dsp:txBody>
      <dsp:txXfrm>
        <a:off x="1274714" y="2761299"/>
        <a:ext cx="3518741" cy="1103648"/>
      </dsp:txXfrm>
    </dsp:sp>
    <dsp:sp modelId="{119E15F9-17DE-42BF-ACF3-C9390FB46338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38148-4328-4161-A8A4-28F80115CAE1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05D7D-653D-4F14-B3A6-DFFA1A2C401E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Date: [11/2/2025]</a:t>
          </a:r>
          <a:endParaRPr lang="en-US" sz="2200" kern="1200" dirty="0"/>
        </a:p>
      </dsp:txBody>
      <dsp:txXfrm>
        <a:off x="1274714" y="4140860"/>
        <a:ext cx="3518741" cy="1103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CC6F5-E4C1-4452-A805-9360F7E05570}">
      <dsp:nvSpPr>
        <dsp:cNvPr id="0" name=""/>
        <dsp:cNvSpPr/>
      </dsp:nvSpPr>
      <dsp:spPr>
        <a:xfrm>
          <a:off x="0" y="95834"/>
          <a:ext cx="4793456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23 columns, 8,403 rows.</a:t>
          </a:r>
          <a:endParaRPr lang="en-US" sz="2000" kern="1200"/>
        </a:p>
      </dsp:txBody>
      <dsp:txXfrm>
        <a:off x="38784" y="134618"/>
        <a:ext cx="4715888" cy="716935"/>
      </dsp:txXfrm>
    </dsp:sp>
    <dsp:sp modelId="{CCAACE9D-F15C-4B5D-91D7-CE88591BDCE0}">
      <dsp:nvSpPr>
        <dsp:cNvPr id="0" name=""/>
        <dsp:cNvSpPr/>
      </dsp:nvSpPr>
      <dsp:spPr>
        <a:xfrm>
          <a:off x="0" y="947937"/>
          <a:ext cx="4793456" cy="794503"/>
        </a:xfrm>
        <a:prstGeom prst="roundRect">
          <a:avLst/>
        </a:prstGeom>
        <a:solidFill>
          <a:schemeClr val="accent2">
            <a:hueOff val="-3953144"/>
            <a:satOff val="18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17 binary (0/1) hobby variables.</a:t>
          </a:r>
          <a:endParaRPr lang="en-US" sz="2000" kern="1200"/>
        </a:p>
      </dsp:txBody>
      <dsp:txXfrm>
        <a:off x="38784" y="986721"/>
        <a:ext cx="4715888" cy="716935"/>
      </dsp:txXfrm>
    </dsp:sp>
    <dsp:sp modelId="{628A5D48-8F16-44C2-A1D2-B065A6355BC9}">
      <dsp:nvSpPr>
        <dsp:cNvPr id="0" name=""/>
        <dsp:cNvSpPr/>
      </dsp:nvSpPr>
      <dsp:spPr>
        <a:xfrm>
          <a:off x="0" y="1800040"/>
          <a:ext cx="4793456" cy="794503"/>
        </a:xfrm>
        <a:prstGeom prst="roundRect">
          <a:avLst/>
        </a:prstGeom>
        <a:solidFill>
          <a:schemeClr val="accent2">
            <a:hueOff val="-7906288"/>
            <a:satOff val="36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1 ordinal variable (TV 0–4).</a:t>
          </a:r>
          <a:endParaRPr lang="en-US" sz="2000" kern="1200"/>
        </a:p>
      </dsp:txBody>
      <dsp:txXfrm>
        <a:off x="38784" y="1838824"/>
        <a:ext cx="4715888" cy="716935"/>
      </dsp:txXfrm>
    </dsp:sp>
    <dsp:sp modelId="{6F9623D0-CE86-4AE3-845E-E80E304802B9}">
      <dsp:nvSpPr>
        <dsp:cNvPr id="0" name=""/>
        <dsp:cNvSpPr/>
      </dsp:nvSpPr>
      <dsp:spPr>
        <a:xfrm>
          <a:off x="0" y="2652143"/>
          <a:ext cx="4793456" cy="794503"/>
        </a:xfrm>
        <a:prstGeom prst="roundRect">
          <a:avLst/>
        </a:prstGeom>
        <a:solidFill>
          <a:schemeClr val="accent2">
            <a:hueOff val="-11859433"/>
            <a:satOff val="54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4 categorical variables (Sex, Age, Marital Status, Profession).</a:t>
          </a:r>
          <a:endParaRPr lang="en-US" sz="2000" kern="1200"/>
        </a:p>
      </dsp:txBody>
      <dsp:txXfrm>
        <a:off x="38784" y="2690927"/>
        <a:ext cx="4715888" cy="716935"/>
      </dsp:txXfrm>
    </dsp:sp>
    <dsp:sp modelId="{440DFF3E-4D21-40F6-AF6A-04B941465DA8}">
      <dsp:nvSpPr>
        <dsp:cNvPr id="0" name=""/>
        <dsp:cNvSpPr/>
      </dsp:nvSpPr>
      <dsp:spPr>
        <a:xfrm>
          <a:off x="0" y="3504246"/>
          <a:ext cx="4793456" cy="794503"/>
        </a:xfrm>
        <a:prstGeom prst="roundRect">
          <a:avLst/>
        </a:prstGeom>
        <a:solidFill>
          <a:schemeClr val="accent2">
            <a:hueOff val="-15812576"/>
            <a:satOff val="72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1 numeric variable (nb.activitees).</a:t>
          </a:r>
          <a:endParaRPr lang="en-US" sz="2000" kern="1200"/>
        </a:p>
      </dsp:txBody>
      <dsp:txXfrm>
        <a:off x="38784" y="3543030"/>
        <a:ext cx="4715888" cy="716935"/>
      </dsp:txXfrm>
    </dsp:sp>
    <dsp:sp modelId="{618D63C2-5B31-4BC3-A5C6-A29167195DC5}">
      <dsp:nvSpPr>
        <dsp:cNvPr id="0" name=""/>
        <dsp:cNvSpPr/>
      </dsp:nvSpPr>
      <dsp:spPr>
        <a:xfrm>
          <a:off x="0" y="4356349"/>
          <a:ext cx="4793456" cy="794503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~1,500 missing Profession values handled as NaN.</a:t>
          </a:r>
          <a:endParaRPr lang="en-US" sz="2000" kern="1200"/>
        </a:p>
      </dsp:txBody>
      <dsp:txXfrm>
        <a:off x="38784" y="4395133"/>
        <a:ext cx="4715888" cy="716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5CD25-9A01-4E6A-AC46-5F08D3AA6D2F}">
      <dsp:nvSpPr>
        <dsp:cNvPr id="0" name=""/>
        <dsp:cNvSpPr/>
      </dsp:nvSpPr>
      <dsp:spPr>
        <a:xfrm>
          <a:off x="0" y="442463"/>
          <a:ext cx="4793456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1. What are the most popular hobbies overall?</a:t>
          </a:r>
          <a:endParaRPr lang="en-US" sz="2600" kern="1200"/>
        </a:p>
      </dsp:txBody>
      <dsp:txXfrm>
        <a:off x="50489" y="492952"/>
        <a:ext cx="4692478" cy="933302"/>
      </dsp:txXfrm>
    </dsp:sp>
    <dsp:sp modelId="{0F2C8F62-3C78-4B47-B9F5-675E1C094AFC}">
      <dsp:nvSpPr>
        <dsp:cNvPr id="0" name=""/>
        <dsp:cNvSpPr/>
      </dsp:nvSpPr>
      <dsp:spPr>
        <a:xfrm>
          <a:off x="0" y="1551623"/>
          <a:ext cx="4793456" cy="1034280"/>
        </a:xfrm>
        <a:prstGeom prst="roundRect">
          <a:avLst/>
        </a:prstGeom>
        <a:solidFill>
          <a:schemeClr val="accent5">
            <a:hueOff val="812808"/>
            <a:satOff val="-6481"/>
            <a:lumOff val="-490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2. How do hobbies correlate with one another?</a:t>
          </a:r>
          <a:endParaRPr lang="en-US" sz="2600" kern="1200"/>
        </a:p>
      </dsp:txBody>
      <dsp:txXfrm>
        <a:off x="50489" y="1602112"/>
        <a:ext cx="4692478" cy="933302"/>
      </dsp:txXfrm>
    </dsp:sp>
    <dsp:sp modelId="{23572ACA-47C8-49F1-A047-6271DD952DF2}">
      <dsp:nvSpPr>
        <dsp:cNvPr id="0" name=""/>
        <dsp:cNvSpPr/>
      </dsp:nvSpPr>
      <dsp:spPr>
        <a:xfrm>
          <a:off x="0" y="2660783"/>
          <a:ext cx="4793456" cy="1034280"/>
        </a:xfrm>
        <a:prstGeom prst="roundRect">
          <a:avLst/>
        </a:prstGeom>
        <a:solidFill>
          <a:schemeClr val="accent5">
            <a:hueOff val="1625617"/>
            <a:satOff val="-12962"/>
            <a:lumOff val="-980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3. Does gender influence the number of hobbies?</a:t>
          </a:r>
          <a:endParaRPr lang="en-US" sz="2600" kern="1200"/>
        </a:p>
      </dsp:txBody>
      <dsp:txXfrm>
        <a:off x="50489" y="2711272"/>
        <a:ext cx="4692478" cy="933302"/>
      </dsp:txXfrm>
    </dsp:sp>
    <dsp:sp modelId="{7A7317DB-77F0-45BA-A8D0-E634A4344ABD}">
      <dsp:nvSpPr>
        <dsp:cNvPr id="0" name=""/>
        <dsp:cNvSpPr/>
      </dsp:nvSpPr>
      <dsp:spPr>
        <a:xfrm>
          <a:off x="0" y="3769943"/>
          <a:ext cx="4793456" cy="1034280"/>
        </a:xfrm>
        <a:prstGeom prst="roundRec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4. How frequently do people watch TV?</a:t>
          </a:r>
          <a:endParaRPr lang="en-US" sz="2600" kern="1200"/>
        </a:p>
      </dsp:txBody>
      <dsp:txXfrm>
        <a:off x="50489" y="3820432"/>
        <a:ext cx="4692478" cy="933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791C30-78B0-442A-A07D-7AA6AFBF8B1E}">
      <dsp:nvSpPr>
        <dsp:cNvPr id="0" name=""/>
        <dsp:cNvSpPr/>
      </dsp:nvSpPr>
      <dsp:spPr>
        <a:xfrm>
          <a:off x="623249" y="65284"/>
          <a:ext cx="1212125" cy="1212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4F38A-DE96-4A96-9B3E-FB142E13F99F}">
      <dsp:nvSpPr>
        <dsp:cNvPr id="0" name=""/>
        <dsp:cNvSpPr/>
      </dsp:nvSpPr>
      <dsp:spPr>
        <a:xfrm>
          <a:off x="881571" y="323606"/>
          <a:ext cx="695481" cy="6954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F0C06-0430-4342-8F86-BCE31571B151}">
      <dsp:nvSpPr>
        <dsp:cNvPr id="0" name=""/>
        <dsp:cNvSpPr/>
      </dsp:nvSpPr>
      <dsp:spPr>
        <a:xfrm>
          <a:off x="235766" y="1654957"/>
          <a:ext cx="19870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/>
            <a:t>• Incorporate newer hobbies for modern trends.</a:t>
          </a:r>
          <a:endParaRPr lang="en-US" sz="1400" kern="1200"/>
        </a:p>
      </dsp:txBody>
      <dsp:txXfrm>
        <a:off x="235766" y="1654957"/>
        <a:ext cx="1987091" cy="720000"/>
      </dsp:txXfrm>
    </dsp:sp>
    <dsp:sp modelId="{433520DC-1962-4244-9213-7217B236AF14}">
      <dsp:nvSpPr>
        <dsp:cNvPr id="0" name=""/>
        <dsp:cNvSpPr/>
      </dsp:nvSpPr>
      <dsp:spPr>
        <a:xfrm>
          <a:off x="2958081" y="65284"/>
          <a:ext cx="1212125" cy="1212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6C256-C57E-4350-92FC-7D94D6A4D844}">
      <dsp:nvSpPr>
        <dsp:cNvPr id="0" name=""/>
        <dsp:cNvSpPr/>
      </dsp:nvSpPr>
      <dsp:spPr>
        <a:xfrm>
          <a:off x="3216403" y="323606"/>
          <a:ext cx="695481" cy="6954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9F090-6454-470B-823A-5F24E8679902}">
      <dsp:nvSpPr>
        <dsp:cNvPr id="0" name=""/>
        <dsp:cNvSpPr/>
      </dsp:nvSpPr>
      <dsp:spPr>
        <a:xfrm>
          <a:off x="2570598" y="1654957"/>
          <a:ext cx="19870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/>
            <a:t>• Analyze clustering by hobby similarity.</a:t>
          </a:r>
          <a:endParaRPr lang="en-US" sz="1400" kern="1200"/>
        </a:p>
      </dsp:txBody>
      <dsp:txXfrm>
        <a:off x="2570598" y="1654957"/>
        <a:ext cx="1987091" cy="720000"/>
      </dsp:txXfrm>
    </dsp:sp>
    <dsp:sp modelId="{8A63372D-F967-43B3-BE29-80FC7EB9F19D}">
      <dsp:nvSpPr>
        <dsp:cNvPr id="0" name=""/>
        <dsp:cNvSpPr/>
      </dsp:nvSpPr>
      <dsp:spPr>
        <a:xfrm>
          <a:off x="623249" y="2871729"/>
          <a:ext cx="1212125" cy="1212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CFD0AC-E0A7-45CB-B400-61330175FAF0}">
      <dsp:nvSpPr>
        <dsp:cNvPr id="0" name=""/>
        <dsp:cNvSpPr/>
      </dsp:nvSpPr>
      <dsp:spPr>
        <a:xfrm>
          <a:off x="881571" y="3130051"/>
          <a:ext cx="695481" cy="6954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A9D99-C748-49A3-BB71-86E8C4EF658A}">
      <dsp:nvSpPr>
        <dsp:cNvPr id="0" name=""/>
        <dsp:cNvSpPr/>
      </dsp:nvSpPr>
      <dsp:spPr>
        <a:xfrm>
          <a:off x="235766" y="4461402"/>
          <a:ext cx="19870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/>
            <a:t>• Compare results to real-world survey datasets.</a:t>
          </a:r>
          <a:endParaRPr lang="en-US" sz="1400" kern="1200"/>
        </a:p>
      </dsp:txBody>
      <dsp:txXfrm>
        <a:off x="235766" y="4461402"/>
        <a:ext cx="1987091" cy="720000"/>
      </dsp:txXfrm>
    </dsp:sp>
    <dsp:sp modelId="{08F2E8CC-4522-4B5C-AA06-AFEA03355901}">
      <dsp:nvSpPr>
        <dsp:cNvPr id="0" name=""/>
        <dsp:cNvSpPr/>
      </dsp:nvSpPr>
      <dsp:spPr>
        <a:xfrm>
          <a:off x="2958081" y="2871729"/>
          <a:ext cx="1212125" cy="1212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F7808-F997-42DA-A033-7BD8C74CF840}">
      <dsp:nvSpPr>
        <dsp:cNvPr id="0" name=""/>
        <dsp:cNvSpPr/>
      </dsp:nvSpPr>
      <dsp:spPr>
        <a:xfrm>
          <a:off x="3216403" y="3130051"/>
          <a:ext cx="695481" cy="6954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7EA08-3660-4054-A27C-6E81A7374814}">
      <dsp:nvSpPr>
        <dsp:cNvPr id="0" name=""/>
        <dsp:cNvSpPr/>
      </dsp:nvSpPr>
      <dsp:spPr>
        <a:xfrm>
          <a:off x="2570598" y="4461402"/>
          <a:ext cx="19870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/>
            <a:t>• Extend to predictive modeling applications.</a:t>
          </a:r>
          <a:endParaRPr lang="en-US" sz="1400" kern="1200"/>
        </a:p>
      </dsp:txBody>
      <dsp:txXfrm>
        <a:off x="2570598" y="4461402"/>
        <a:ext cx="198709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1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26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0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9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08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6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5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0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3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78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83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83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13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11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87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74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0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EBEBEB"/>
                </a:solidFill>
              </a:rPr>
              <a:t>Exploratory Data Analysis of the Hobbies Dataset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BCCF94-478B-8C9E-33D5-BB96E5DA8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671932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Dataset?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Selected for its</a:t>
            </a:r>
            <a:r>
              <a:rPr lang="en-US" dirty="0"/>
              <a:t> interesting</a:t>
            </a:r>
            <a:r>
              <a:rPr dirty="0"/>
              <a:t> insight into </a:t>
            </a:r>
            <a:r>
              <a:rPr lang="en-US" dirty="0"/>
              <a:t>hobbies across various demographics.</a:t>
            </a:r>
          </a:p>
          <a:p>
            <a:r>
              <a:rPr dirty="0"/>
              <a:t>• Comes from the </a:t>
            </a:r>
            <a:r>
              <a:rPr dirty="0" err="1"/>
              <a:t>FactoMineR</a:t>
            </a:r>
            <a:r>
              <a:rPr dirty="0"/>
              <a:t> package (8,403 individuals, 23 columns).</a:t>
            </a:r>
          </a:p>
          <a:p>
            <a:r>
              <a:rPr dirty="0"/>
              <a:t>• Combines binary hobby indicators with demographic data.</a:t>
            </a:r>
          </a:p>
          <a:p>
            <a:r>
              <a:rPr dirty="0"/>
              <a:t>• Offers practical experience applying EDA techniques.</a:t>
            </a:r>
          </a:p>
          <a:p>
            <a:r>
              <a:rPr dirty="0"/>
              <a:t>• Interesting due to its blend</a:t>
            </a:r>
            <a:r>
              <a:rPr lang="en-US" dirty="0"/>
              <a:t> of hobbies and multivalued hobby index.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Data Structure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463583-C50F-3118-4DB8-02C9C5E9FA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406786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Data Science Questions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331839-57D9-7596-A173-F44D583F0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183418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8"/>
            <a:ext cx="2206657" cy="102023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EBEBEB"/>
                </a:solidFill>
              </a:rPr>
              <a:t>Popularity of  Hobbies</a:t>
            </a:r>
          </a:p>
        </p:txBody>
      </p:sp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89B1403-0A5E-492B-8F47-8FD9DF89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377" b="-2"/>
          <a:stretch>
            <a:fillRect/>
          </a:stretch>
        </p:blipFill>
        <p:spPr>
          <a:xfrm>
            <a:off x="3657600" y="2197914"/>
            <a:ext cx="5032005" cy="235081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120900"/>
            <a:ext cx="2350294" cy="38989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• Listening to music and Reading are most common.</a:t>
            </a:r>
          </a:p>
          <a:p>
            <a:r>
              <a:rPr lang="en-US" dirty="0">
                <a:solidFill>
                  <a:srgbClr val="FFFFFF"/>
                </a:solidFill>
              </a:rPr>
              <a:t>• Fishing and Collecting are least common.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10C9632-BB6F-48EE-AB65-501878BA5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C8AAB6-953B-4D29-9967-3C44D06B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C89ED458-2326-40DC-9C7B-1A717B655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8"/>
            <a:ext cx="2206657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chemeClr val="tx1"/>
                </a:solidFill>
              </a:rPr>
              <a:t>Hobby Correlations</a:t>
            </a:r>
          </a:p>
        </p:txBody>
      </p:sp>
      <p:pic>
        <p:nvPicPr>
          <p:cNvPr id="5" name="Picture 4" descr="A graph of different types of hobbies&#10;&#10;AI-generated content may be incorrect.">
            <a:extLst>
              <a:ext uri="{FF2B5EF4-FFF2-40B4-BE49-F238E27FC236}">
                <a16:creationId xmlns:a16="http://schemas.microsoft.com/office/drawing/2014/main" id="{873E18EE-EF6B-9C89-F54A-BF9D6A1C8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189" t="31" r="15589" b="-29"/>
          <a:stretch>
            <a:fillRect/>
          </a:stretch>
        </p:blipFill>
        <p:spPr>
          <a:xfrm>
            <a:off x="3424725" y="822801"/>
            <a:ext cx="5719275" cy="525049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F9D1DE6-E368-4F07-85F9-D5B767477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3B1F66-4ACE-4A01-8ADF-F175A9C35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8448ED-9332-4A9B-8CAB-B1985E596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120900"/>
            <a:ext cx="2350294" cy="3898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• Reading correlates with Cinema and Show.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• Cinema ↔ Show show strong co-occurrence.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• Some unexpected relationships (e.g., Computer ↔ Sport).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ED3A2261-1C75-40FF-8CD6-18C5900C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t>Gender vs Number of Hobbies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603500"/>
            <a:ext cx="2610790" cy="3416300"/>
          </a:xfrm>
        </p:spPr>
        <p:txBody>
          <a:bodyPr anchor="ctr">
            <a:normAutofit/>
          </a:bodyPr>
          <a:lstStyle/>
          <a:p>
            <a:r>
              <a:rPr lang="en-US" sz="1400"/>
              <a:t>• Both genders report similar number of hobbies (~7 average).</a:t>
            </a:r>
          </a:p>
          <a:p>
            <a:r>
              <a:rPr lang="en-US" sz="1400"/>
              <a:t>• No significant gender bias detected.</a:t>
            </a:r>
          </a:p>
          <a:p>
            <a:endParaRPr lang="en-US" sz="1400"/>
          </a:p>
          <a:p>
            <a:endParaRPr lang="en-US" sz="1400"/>
          </a:p>
        </p:txBody>
      </p:sp>
      <p:pic>
        <p:nvPicPr>
          <p:cNvPr id="5" name="Picture 4" descr="A diagram of a number of hobbies&#10;&#10;AI-generated content may be incorrect.">
            <a:extLst>
              <a:ext uri="{FF2B5EF4-FFF2-40B4-BE49-F238E27FC236}">
                <a16:creationId xmlns:a16="http://schemas.microsoft.com/office/drawing/2014/main" id="{72501E2D-8494-9999-EBEE-537CD880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2" r="2" b="2"/>
          <a:stretch>
            <a:fillRect/>
          </a:stretch>
        </p:blipFill>
        <p:spPr>
          <a:xfrm>
            <a:off x="3738717" y="2775951"/>
            <a:ext cx="4619101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t>TV Frequency</a:t>
            </a:r>
          </a:p>
        </p:txBody>
      </p:sp>
      <p:pic>
        <p:nvPicPr>
          <p:cNvPr id="5" name="Picture 4" descr="A graph of a tv watching frequency&#10;&#10;AI-generated content may be incorrect.">
            <a:extLst>
              <a:ext uri="{FF2B5EF4-FFF2-40B4-BE49-F238E27FC236}">
                <a16:creationId xmlns:a16="http://schemas.microsoft.com/office/drawing/2014/main" id="{CC2C1A7F-5804-B207-784C-26A852F04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02" r="1" b="1"/>
          <a:stretch>
            <a:fillRect/>
          </a:stretch>
        </p:blipFill>
        <p:spPr>
          <a:xfrm>
            <a:off x="863600" y="2775951"/>
            <a:ext cx="3258768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15" y="2603500"/>
            <a:ext cx="3908984" cy="3416300"/>
          </a:xfrm>
        </p:spPr>
        <p:txBody>
          <a:bodyPr anchor="ctr">
            <a:normAutofit/>
          </a:bodyPr>
          <a:lstStyle/>
          <a:p>
            <a:r>
              <a:rPr dirty="0"/>
              <a:t>• TV measured 0–4 (never → very often).</a:t>
            </a:r>
          </a:p>
          <a:p>
            <a:r>
              <a:rPr dirty="0"/>
              <a:t>• Majority watch frequently.</a:t>
            </a:r>
          </a:p>
          <a:p>
            <a:r>
              <a:rPr dirty="0"/>
              <a:t>• Represents screen-time intensity.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Interesting Anomalies or Patterns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• Balanced gender ratio suggests curated data.</a:t>
            </a:r>
          </a:p>
          <a:p>
            <a:r>
              <a:rPr lang="en-US">
                <a:solidFill>
                  <a:schemeClr val="tx1"/>
                </a:solidFill>
              </a:rPr>
              <a:t>• Profession missing for ~18% of responses.</a:t>
            </a:r>
          </a:p>
          <a:p>
            <a:r>
              <a:rPr lang="en-US">
                <a:solidFill>
                  <a:schemeClr val="tx1"/>
                </a:solidFill>
              </a:rPr>
              <a:t>• No modern digital hobbies included (e.g., gaming, social media).</a:t>
            </a:r>
          </a:p>
          <a:p>
            <a:r>
              <a:rPr lang="en-US">
                <a:solidFill>
                  <a:schemeClr val="tx1"/>
                </a:solidFill>
              </a:rPr>
              <a:t>• Limits generalization but strong educational use.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Future 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2D6287-5529-1390-7B95-7AF1CD6F4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725904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843" y="1449324"/>
            <a:ext cx="1966300" cy="4391640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Conclusions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794" y="1449324"/>
            <a:ext cx="4672665" cy="43916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• Clear popularity and correlation patterns found.</a:t>
            </a:r>
          </a:p>
          <a:p>
            <a:r>
              <a:rPr lang="en-US">
                <a:solidFill>
                  <a:schemeClr val="tx1"/>
                </a:solidFill>
              </a:rPr>
              <a:t>• Gender shows minimal effect.</a:t>
            </a:r>
          </a:p>
          <a:p>
            <a:r>
              <a:rPr lang="en-US">
                <a:solidFill>
                  <a:schemeClr val="tx1"/>
                </a:solidFill>
              </a:rPr>
              <a:t>• Demonstrates meaningful analysis even with incomplete data.</a:t>
            </a:r>
          </a:p>
          <a:p>
            <a:r>
              <a:rPr lang="en-US">
                <a:solidFill>
                  <a:schemeClr val="tx1"/>
                </a:solidFill>
              </a:rPr>
              <a:t>• Reinforces value of EDA as a storytelling tool.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/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Source:</a:t>
            </a:r>
          </a:p>
          <a:p>
            <a:r>
              <a:rPr dirty="0"/>
              <a:t>Husson, F. (</a:t>
            </a:r>
            <a:r>
              <a:rPr dirty="0" err="1"/>
              <a:t>FactoMineR</a:t>
            </a:r>
            <a:r>
              <a:rPr dirty="0"/>
              <a:t> package) – Hobbies Dataset.</a:t>
            </a:r>
          </a:p>
          <a:p>
            <a:r>
              <a:rPr dirty="0"/>
              <a:t>CRAN – The Comprehensive R Archive Network.</a:t>
            </a:r>
          </a:p>
          <a:p>
            <a:r>
              <a:rPr dirty="0"/>
              <a:t>https://r-packages.io/datasets/hobbies</a:t>
            </a:r>
          </a:p>
          <a:p>
            <a:endParaRPr dirty="0"/>
          </a:p>
          <a:p>
            <a:r>
              <a:rPr dirty="0"/>
              <a:t>Tools: pandas, seaborn, matplotlib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</TotalTime>
  <Words>442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Exploratory Data Analysis of the Hobbies Dataset</vt:lpstr>
      <vt:lpstr>Why This Dataset?</vt:lpstr>
      <vt:lpstr>Data Structure Overview</vt:lpstr>
      <vt:lpstr>Data Science Questions</vt:lpstr>
      <vt:lpstr>Popularity of  Hobbies</vt:lpstr>
      <vt:lpstr>Hobby Correlations</vt:lpstr>
      <vt:lpstr>Gender vs Number of Hobbies</vt:lpstr>
      <vt:lpstr>TV Frequency</vt:lpstr>
      <vt:lpstr>Interesting Anomalies or Patterns</vt:lpstr>
      <vt:lpstr>Future Work</vt:lpstr>
      <vt:lpstr>Conclusions</vt:lpstr>
      <vt:lpstr>References / Appendix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devon van tussenbrook</dc:creator>
  <cp:keywords/>
  <dc:description>generated using python-pptx</dc:description>
  <cp:lastModifiedBy>Devon Van Tussenbrook</cp:lastModifiedBy>
  <cp:revision>2</cp:revision>
  <dcterms:created xsi:type="dcterms:W3CDTF">2013-01-27T09:14:16Z</dcterms:created>
  <dcterms:modified xsi:type="dcterms:W3CDTF">2025-11-03T03:56:22Z</dcterms:modified>
  <cp:category/>
</cp:coreProperties>
</file>